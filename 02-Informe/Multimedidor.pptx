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Archiv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wLTgwVgudG30qxYUJz2aeLkpE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chivo-regular.fntdata"/><Relationship Id="rId22" Type="http://schemas.openxmlformats.org/officeDocument/2006/relationships/font" Target="fonts/Archivo-italic.fntdata"/><Relationship Id="rId21" Type="http://schemas.openxmlformats.org/officeDocument/2006/relationships/font" Target="fonts/Archivo-bold.fntdata"/><Relationship Id="rId24" Type="http://customschemas.google.com/relationships/presentationmetadata" Target="metadata"/><Relationship Id="rId23" Type="http://schemas.openxmlformats.org/officeDocument/2006/relationships/font" Target="fonts/Archiv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6351fbcd6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66351fbcd6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81933da364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81933da36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819e4e24ad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819e4e24a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819e4e24ad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819e4e24ad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819e4e24ad_1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819e4e24ad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819e4e24ad_1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819e4e24ad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g366351fbcd6_0_3"/>
          <p:cNvPicPr preferRelativeResize="0"/>
          <p:nvPr/>
        </p:nvPicPr>
        <p:blipFill rotWithShape="1">
          <a:blip r:embed="rId2">
            <a:alphaModFix/>
          </a:blip>
          <a:srcRect b="57846" l="37845" r="0" t="0"/>
          <a:stretch/>
        </p:blipFill>
        <p:spPr>
          <a:xfrm>
            <a:off x="1" y="3897133"/>
            <a:ext cx="8572498" cy="296086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g366351fbcd6_0_3"/>
          <p:cNvSpPr txBox="1"/>
          <p:nvPr>
            <p:ph type="ctrTitle"/>
          </p:nvPr>
        </p:nvSpPr>
        <p:spPr>
          <a:xfrm>
            <a:off x="960000" y="1613700"/>
            <a:ext cx="10272000" cy="2907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87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69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69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69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69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69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69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69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69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g366351fbcd6_0_3"/>
          <p:cNvSpPr txBox="1"/>
          <p:nvPr>
            <p:ph idx="1" type="subTitle"/>
          </p:nvPr>
        </p:nvSpPr>
        <p:spPr>
          <a:xfrm>
            <a:off x="3545233" y="4533200"/>
            <a:ext cx="5101500" cy="54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" name="Google Shape;12;g366351fbcd6_0_3"/>
          <p:cNvSpPr txBox="1"/>
          <p:nvPr>
            <p:ph idx="2" type="title"/>
          </p:nvPr>
        </p:nvSpPr>
        <p:spPr>
          <a:xfrm>
            <a:off x="5170000" y="719983"/>
            <a:ext cx="1851900" cy="30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g366351fbcd6_0_8"/>
          <p:cNvPicPr preferRelativeResize="0"/>
          <p:nvPr/>
        </p:nvPicPr>
        <p:blipFill rotWithShape="1">
          <a:blip r:embed="rId2">
            <a:alphaModFix/>
          </a:blip>
          <a:srcRect b="57846" l="37845" r="0" t="0"/>
          <a:stretch/>
        </p:blipFill>
        <p:spPr>
          <a:xfrm rot="10800000">
            <a:off x="4725700" y="1"/>
            <a:ext cx="7466312" cy="257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g366351fbcd6_0_8"/>
          <p:cNvSpPr txBox="1"/>
          <p:nvPr>
            <p:ph type="title"/>
          </p:nvPr>
        </p:nvSpPr>
        <p:spPr>
          <a:xfrm>
            <a:off x="960000" y="3087773"/>
            <a:ext cx="10272000" cy="975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g366351fbcd6_0_8"/>
          <p:cNvSpPr txBox="1"/>
          <p:nvPr>
            <p:ph hasCustomPrompt="1" idx="2" type="title"/>
          </p:nvPr>
        </p:nvSpPr>
        <p:spPr>
          <a:xfrm>
            <a:off x="4572000" y="1310873"/>
            <a:ext cx="3048000" cy="1828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133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7" name="Google Shape;17;g366351fbcd6_0_8"/>
          <p:cNvSpPr txBox="1"/>
          <p:nvPr>
            <p:ph idx="1" type="subTitle"/>
          </p:nvPr>
        </p:nvSpPr>
        <p:spPr>
          <a:xfrm>
            <a:off x="3441700" y="4170140"/>
            <a:ext cx="5308800" cy="609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pic>
        <p:nvPicPr>
          <p:cNvPr id="18" name="Google Shape;18;g366351fbcd6_0_8"/>
          <p:cNvPicPr preferRelativeResize="0"/>
          <p:nvPr/>
        </p:nvPicPr>
        <p:blipFill rotWithShape="1">
          <a:blip r:embed="rId2">
            <a:alphaModFix/>
          </a:blip>
          <a:srcRect b="57846" l="37845" r="0" t="0"/>
          <a:stretch/>
        </p:blipFill>
        <p:spPr>
          <a:xfrm>
            <a:off x="0" y="4279200"/>
            <a:ext cx="7466312" cy="257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g366351fbcd6_0_8"/>
          <p:cNvSpPr txBox="1"/>
          <p:nvPr>
            <p:ph idx="3" type="title"/>
          </p:nvPr>
        </p:nvSpPr>
        <p:spPr>
          <a:xfrm>
            <a:off x="1350533" y="383817"/>
            <a:ext cx="1851900" cy="30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66351fbcd6_0_15"/>
          <p:cNvSpPr txBox="1"/>
          <p:nvPr>
            <p:ph type="title"/>
          </p:nvPr>
        </p:nvSpPr>
        <p:spPr>
          <a:xfrm>
            <a:off x="960000" y="442193"/>
            <a:ext cx="10272000" cy="8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sp>
        <p:nvSpPr>
          <p:cNvPr id="22" name="Google Shape;22;g366351fbcd6_0_15"/>
          <p:cNvSpPr txBox="1"/>
          <p:nvPr>
            <p:ph idx="1" type="body"/>
          </p:nvPr>
        </p:nvSpPr>
        <p:spPr>
          <a:xfrm>
            <a:off x="960000" y="1536633"/>
            <a:ext cx="10272000" cy="1828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655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●"/>
              <a:defRPr sz="1700"/>
            </a:lvl1pPr>
            <a:lvl2pPr indent="-3365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  <a:defRPr sz="1700"/>
            </a:lvl2pPr>
            <a:lvl3pPr indent="-3365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■"/>
              <a:defRPr sz="1700"/>
            </a:lvl3pPr>
            <a:lvl4pPr indent="-3365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  <a:defRPr sz="1700"/>
            </a:lvl4pPr>
            <a:lvl5pPr indent="-3365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  <a:defRPr sz="1700"/>
            </a:lvl5pPr>
            <a:lvl6pPr indent="-3365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■"/>
              <a:defRPr sz="1700"/>
            </a:lvl6pPr>
            <a:lvl7pPr indent="-3365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  <a:defRPr sz="1700"/>
            </a:lvl7pPr>
            <a:lvl8pPr indent="-3365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  <a:defRPr sz="1700"/>
            </a:lvl8pPr>
            <a:lvl9pPr indent="-3365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■"/>
              <a:defRPr sz="1700"/>
            </a:lvl9pPr>
          </a:lstStyle>
          <a:p/>
        </p:txBody>
      </p:sp>
      <p:pic>
        <p:nvPicPr>
          <p:cNvPr id="23" name="Google Shape;23;g366351fbcd6_0_15"/>
          <p:cNvPicPr preferRelativeResize="0"/>
          <p:nvPr/>
        </p:nvPicPr>
        <p:blipFill rotWithShape="1">
          <a:blip r:embed="rId2">
            <a:alphaModFix/>
          </a:blip>
          <a:srcRect b="0" l="0" r="49914" t="50079"/>
          <a:stretch/>
        </p:blipFill>
        <p:spPr>
          <a:xfrm>
            <a:off x="9766300" y="0"/>
            <a:ext cx="2425699" cy="2627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g366351fbcd6_0_19"/>
          <p:cNvPicPr preferRelativeResize="0"/>
          <p:nvPr/>
        </p:nvPicPr>
        <p:blipFill rotWithShape="1">
          <a:blip r:embed="rId2">
            <a:alphaModFix/>
          </a:blip>
          <a:srcRect b="0" l="0" r="49914" t="50079"/>
          <a:stretch/>
        </p:blipFill>
        <p:spPr>
          <a:xfrm rot="10800000">
            <a:off x="-1" y="4230332"/>
            <a:ext cx="2425699" cy="2627668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g366351fbcd6_0_19"/>
          <p:cNvSpPr txBox="1"/>
          <p:nvPr>
            <p:ph idx="1" type="subTitle"/>
          </p:nvPr>
        </p:nvSpPr>
        <p:spPr>
          <a:xfrm>
            <a:off x="960033" y="4038600"/>
            <a:ext cx="4608900" cy="975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27" name="Google Shape;27;g366351fbcd6_0_19"/>
          <p:cNvSpPr txBox="1"/>
          <p:nvPr>
            <p:ph idx="2" type="subTitle"/>
          </p:nvPr>
        </p:nvSpPr>
        <p:spPr>
          <a:xfrm>
            <a:off x="6623187" y="4038600"/>
            <a:ext cx="4608900" cy="975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28" name="Google Shape;28;g366351fbcd6_0_19"/>
          <p:cNvSpPr txBox="1"/>
          <p:nvPr>
            <p:ph type="title"/>
          </p:nvPr>
        </p:nvSpPr>
        <p:spPr>
          <a:xfrm>
            <a:off x="960000" y="442193"/>
            <a:ext cx="10272000" cy="8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sp>
        <p:nvSpPr>
          <p:cNvPr id="29" name="Google Shape;29;g366351fbcd6_0_19"/>
          <p:cNvSpPr txBox="1"/>
          <p:nvPr>
            <p:ph idx="3" type="title"/>
          </p:nvPr>
        </p:nvSpPr>
        <p:spPr>
          <a:xfrm>
            <a:off x="960033" y="3429000"/>
            <a:ext cx="4608900" cy="609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g366351fbcd6_0_19"/>
          <p:cNvSpPr txBox="1"/>
          <p:nvPr>
            <p:ph idx="4" type="title"/>
          </p:nvPr>
        </p:nvSpPr>
        <p:spPr>
          <a:xfrm>
            <a:off x="6623187" y="3429000"/>
            <a:ext cx="4608900" cy="609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66351fbcd6_0_26"/>
          <p:cNvSpPr txBox="1"/>
          <p:nvPr>
            <p:ph type="title"/>
          </p:nvPr>
        </p:nvSpPr>
        <p:spPr>
          <a:xfrm>
            <a:off x="960000" y="442193"/>
            <a:ext cx="10272000" cy="8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pic>
        <p:nvPicPr>
          <p:cNvPr id="33" name="Google Shape;33;g366351fbcd6_0_26"/>
          <p:cNvPicPr preferRelativeResize="0"/>
          <p:nvPr/>
        </p:nvPicPr>
        <p:blipFill rotWithShape="1">
          <a:blip r:embed="rId2">
            <a:alphaModFix/>
          </a:blip>
          <a:srcRect b="0" l="0" r="49914" t="50079"/>
          <a:stretch/>
        </p:blipFill>
        <p:spPr>
          <a:xfrm>
            <a:off x="9766300" y="0"/>
            <a:ext cx="2425699" cy="2627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66351fbcd6_0_29"/>
          <p:cNvSpPr txBox="1"/>
          <p:nvPr>
            <p:ph type="title"/>
          </p:nvPr>
        </p:nvSpPr>
        <p:spPr>
          <a:xfrm>
            <a:off x="960000" y="1538933"/>
            <a:ext cx="5401200" cy="73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sp>
        <p:nvSpPr>
          <p:cNvPr id="36" name="Google Shape;36;g366351fbcd6_0_29"/>
          <p:cNvSpPr txBox="1"/>
          <p:nvPr>
            <p:ph idx="1" type="body"/>
          </p:nvPr>
        </p:nvSpPr>
        <p:spPr>
          <a:xfrm>
            <a:off x="960000" y="2636667"/>
            <a:ext cx="5401200" cy="268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  <a:defRPr sz="17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○"/>
              <a:defRPr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■"/>
              <a:defRPr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  <a:defRPr/>
            </a:lvl4pPr>
            <a:lvl5pPr indent="-3302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pen Sans"/>
              <a:buChar char="○"/>
              <a:defRPr/>
            </a:lvl5pPr>
            <a:lvl6pPr indent="-3302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pen Sans"/>
              <a:buChar char="■"/>
              <a:defRPr/>
            </a:lvl6pPr>
            <a:lvl7pPr indent="-2857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pen Sans"/>
              <a:buChar char="●"/>
              <a:defRPr/>
            </a:lvl7pPr>
            <a:lvl8pPr indent="-2857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pen Sans"/>
              <a:buChar char="○"/>
              <a:defRPr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9pPr>
          </a:lstStyle>
          <a:p/>
        </p:txBody>
      </p:sp>
      <p:pic>
        <p:nvPicPr>
          <p:cNvPr id="37" name="Google Shape;37;g366351fbcd6_0_29"/>
          <p:cNvPicPr preferRelativeResize="0"/>
          <p:nvPr/>
        </p:nvPicPr>
        <p:blipFill rotWithShape="1">
          <a:blip r:embed="rId2">
            <a:alphaModFix/>
          </a:blip>
          <a:srcRect b="7481" l="0" r="39675" t="6821"/>
          <a:stretch/>
        </p:blipFill>
        <p:spPr>
          <a:xfrm>
            <a:off x="6997700" y="-212467"/>
            <a:ext cx="5194298" cy="8019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g366351fbcd6_0_33"/>
          <p:cNvPicPr preferRelativeResize="0"/>
          <p:nvPr/>
        </p:nvPicPr>
        <p:blipFill rotWithShape="1">
          <a:blip r:embed="rId2">
            <a:alphaModFix/>
          </a:blip>
          <a:srcRect b="0" l="0" r="0" t="71036"/>
          <a:stretch/>
        </p:blipFill>
        <p:spPr>
          <a:xfrm>
            <a:off x="960000" y="6"/>
            <a:ext cx="10272005" cy="1515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g366351fbcd6_0_33"/>
          <p:cNvPicPr preferRelativeResize="0"/>
          <p:nvPr/>
        </p:nvPicPr>
        <p:blipFill rotWithShape="1">
          <a:blip r:embed="rId2">
            <a:alphaModFix/>
          </a:blip>
          <a:srcRect b="0" l="0" r="0" t="71036"/>
          <a:stretch/>
        </p:blipFill>
        <p:spPr>
          <a:xfrm flipH="1" rot="10800000">
            <a:off x="960000" y="5342872"/>
            <a:ext cx="10272005" cy="1515122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g366351fbcd6_0_33"/>
          <p:cNvSpPr txBox="1"/>
          <p:nvPr>
            <p:ph type="title"/>
          </p:nvPr>
        </p:nvSpPr>
        <p:spPr>
          <a:xfrm>
            <a:off x="1850800" y="1844000"/>
            <a:ext cx="8490300" cy="3170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1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42" name="Google Shape;42;g366351fbcd6_0_33"/>
          <p:cNvSpPr txBox="1"/>
          <p:nvPr>
            <p:ph idx="2" type="title"/>
          </p:nvPr>
        </p:nvSpPr>
        <p:spPr>
          <a:xfrm>
            <a:off x="1350533" y="383817"/>
            <a:ext cx="1851900" cy="30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66351fbcd6_0_38"/>
          <p:cNvSpPr txBox="1"/>
          <p:nvPr>
            <p:ph type="title"/>
          </p:nvPr>
        </p:nvSpPr>
        <p:spPr>
          <a:xfrm>
            <a:off x="960000" y="1617984"/>
            <a:ext cx="10272000" cy="23163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1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5" name="Google Shape;45;g366351fbcd6_0_38"/>
          <p:cNvSpPr txBox="1"/>
          <p:nvPr>
            <p:ph idx="1" type="subTitle"/>
          </p:nvPr>
        </p:nvSpPr>
        <p:spPr>
          <a:xfrm>
            <a:off x="3049176" y="3776700"/>
            <a:ext cx="6093900" cy="951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pic>
        <p:nvPicPr>
          <p:cNvPr id="46" name="Google Shape;46;g366351fbcd6_0_38"/>
          <p:cNvPicPr preferRelativeResize="0"/>
          <p:nvPr/>
        </p:nvPicPr>
        <p:blipFill rotWithShape="1">
          <a:blip r:embed="rId2">
            <a:alphaModFix/>
          </a:blip>
          <a:srcRect b="0" l="0" r="0" t="71036"/>
          <a:stretch/>
        </p:blipFill>
        <p:spPr>
          <a:xfrm flipH="1" rot="10800000">
            <a:off x="0" y="5061534"/>
            <a:ext cx="12192005" cy="1798333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g366351fbcd6_0_38"/>
          <p:cNvSpPr txBox="1"/>
          <p:nvPr>
            <p:ph idx="2" type="title"/>
          </p:nvPr>
        </p:nvSpPr>
        <p:spPr>
          <a:xfrm>
            <a:off x="1350533" y="383817"/>
            <a:ext cx="1851900" cy="30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66351fbcd6_0_43"/>
          <p:cNvSpPr txBox="1"/>
          <p:nvPr>
            <p:ph type="title"/>
          </p:nvPr>
        </p:nvSpPr>
        <p:spPr>
          <a:xfrm>
            <a:off x="1646000" y="3008344"/>
            <a:ext cx="8900100" cy="763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6351fbcd6_0_45"/>
          <p:cNvSpPr txBox="1"/>
          <p:nvPr>
            <p:ph hasCustomPrompt="1" type="title"/>
          </p:nvPr>
        </p:nvSpPr>
        <p:spPr>
          <a:xfrm>
            <a:off x="960000" y="2077967"/>
            <a:ext cx="10272000" cy="201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52" name="Google Shape;52;g366351fbcd6_0_45"/>
          <p:cNvSpPr txBox="1"/>
          <p:nvPr>
            <p:ph idx="1" type="subTitle"/>
          </p:nvPr>
        </p:nvSpPr>
        <p:spPr>
          <a:xfrm>
            <a:off x="3287600" y="4163719"/>
            <a:ext cx="5616900" cy="487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id="53" name="Google Shape;53;g366351fbcd6_0_45"/>
          <p:cNvPicPr preferRelativeResize="0"/>
          <p:nvPr/>
        </p:nvPicPr>
        <p:blipFill rotWithShape="1">
          <a:blip r:embed="rId2">
            <a:alphaModFix/>
          </a:blip>
          <a:srcRect b="0" l="0" r="49914" t="50079"/>
          <a:stretch/>
        </p:blipFill>
        <p:spPr>
          <a:xfrm rot="10800000">
            <a:off x="-1" y="4230332"/>
            <a:ext cx="2425699" cy="2627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g366351fbcd6_0_45"/>
          <p:cNvPicPr preferRelativeResize="0"/>
          <p:nvPr/>
        </p:nvPicPr>
        <p:blipFill rotWithShape="1">
          <a:blip r:embed="rId2">
            <a:alphaModFix/>
          </a:blip>
          <a:srcRect b="0" l="0" r="49914" t="50079"/>
          <a:stretch/>
        </p:blipFill>
        <p:spPr>
          <a:xfrm>
            <a:off x="9766300" y="0"/>
            <a:ext cx="2425699" cy="262766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g366351fbcd6_0_45"/>
          <p:cNvSpPr txBox="1"/>
          <p:nvPr>
            <p:ph idx="2" type="title"/>
          </p:nvPr>
        </p:nvSpPr>
        <p:spPr>
          <a:xfrm>
            <a:off x="1350533" y="383817"/>
            <a:ext cx="1851900" cy="30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6351fbcd6_0_52"/>
          <p:cNvSpPr txBox="1"/>
          <p:nvPr>
            <p:ph idx="1" type="subTitle"/>
          </p:nvPr>
        </p:nvSpPr>
        <p:spPr>
          <a:xfrm>
            <a:off x="960033" y="2169200"/>
            <a:ext cx="4608900" cy="2925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59" name="Google Shape;59;g366351fbcd6_0_52"/>
          <p:cNvSpPr txBox="1"/>
          <p:nvPr>
            <p:ph idx="2" type="subTitle"/>
          </p:nvPr>
        </p:nvSpPr>
        <p:spPr>
          <a:xfrm>
            <a:off x="6623194" y="2169200"/>
            <a:ext cx="4608900" cy="2925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60" name="Google Shape;60;g366351fbcd6_0_52"/>
          <p:cNvSpPr txBox="1"/>
          <p:nvPr>
            <p:ph type="title"/>
          </p:nvPr>
        </p:nvSpPr>
        <p:spPr>
          <a:xfrm>
            <a:off x="960000" y="442193"/>
            <a:ext cx="10272000" cy="8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pic>
        <p:nvPicPr>
          <p:cNvPr id="61" name="Google Shape;61;g366351fbcd6_0_52"/>
          <p:cNvPicPr preferRelativeResize="0"/>
          <p:nvPr/>
        </p:nvPicPr>
        <p:blipFill rotWithShape="1">
          <a:blip r:embed="rId2">
            <a:alphaModFix/>
          </a:blip>
          <a:srcRect b="0" l="0" r="0" t="76436"/>
          <a:stretch/>
        </p:blipFill>
        <p:spPr>
          <a:xfrm flipH="1" rot="10800000">
            <a:off x="0" y="5396827"/>
            <a:ext cx="12192005" cy="146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6351fbcd6_0_57"/>
          <p:cNvSpPr txBox="1"/>
          <p:nvPr>
            <p:ph type="title"/>
          </p:nvPr>
        </p:nvSpPr>
        <p:spPr>
          <a:xfrm>
            <a:off x="960000" y="442193"/>
            <a:ext cx="10272000" cy="8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pic>
        <p:nvPicPr>
          <p:cNvPr id="64" name="Google Shape;64;g366351fbcd6_0_57"/>
          <p:cNvPicPr preferRelativeResize="0"/>
          <p:nvPr/>
        </p:nvPicPr>
        <p:blipFill rotWithShape="1">
          <a:blip r:embed="rId2">
            <a:alphaModFix/>
          </a:blip>
          <a:srcRect b="0" l="0" r="49914" t="50079"/>
          <a:stretch/>
        </p:blipFill>
        <p:spPr>
          <a:xfrm rot="10800000">
            <a:off x="-1" y="4230332"/>
            <a:ext cx="2425699" cy="2627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6351fbcd6_0_60"/>
          <p:cNvSpPr txBox="1"/>
          <p:nvPr>
            <p:ph type="title"/>
          </p:nvPr>
        </p:nvSpPr>
        <p:spPr>
          <a:xfrm>
            <a:off x="960000" y="442193"/>
            <a:ext cx="10272000" cy="8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pic>
        <p:nvPicPr>
          <p:cNvPr id="67" name="Google Shape;67;g366351fbcd6_0_60"/>
          <p:cNvPicPr preferRelativeResize="0"/>
          <p:nvPr/>
        </p:nvPicPr>
        <p:blipFill rotWithShape="1">
          <a:blip r:embed="rId2">
            <a:alphaModFix/>
          </a:blip>
          <a:srcRect b="57846" l="37845" r="0" t="0"/>
          <a:stretch/>
        </p:blipFill>
        <p:spPr>
          <a:xfrm rot="10800000">
            <a:off x="6732600" y="2"/>
            <a:ext cx="5459400" cy="1885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TITLE_AND_BODY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6351fbcd6_0_63"/>
          <p:cNvSpPr txBox="1"/>
          <p:nvPr>
            <p:ph type="title"/>
          </p:nvPr>
        </p:nvSpPr>
        <p:spPr>
          <a:xfrm>
            <a:off x="960000" y="442193"/>
            <a:ext cx="10272000" cy="8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sp>
        <p:nvSpPr>
          <p:cNvPr id="70" name="Google Shape;70;g366351fbcd6_0_63"/>
          <p:cNvSpPr txBox="1"/>
          <p:nvPr>
            <p:ph idx="1" type="body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700"/>
            </a:lvl1pPr>
            <a:lvl2pPr indent="-3492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○"/>
              <a:defRPr/>
            </a:lvl2pPr>
            <a:lvl3pPr indent="-3492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■"/>
              <a:defRPr/>
            </a:lvl3pPr>
            <a:lvl4pPr indent="-3492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  <a:defRPr/>
            </a:lvl4pPr>
            <a:lvl5pPr indent="-3492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○"/>
              <a:defRPr/>
            </a:lvl5pPr>
            <a:lvl6pPr indent="-3492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■"/>
              <a:defRPr/>
            </a:lvl6pPr>
            <a:lvl7pPr indent="-3492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  <a:defRPr/>
            </a:lvl7pPr>
            <a:lvl8pPr indent="-3492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○"/>
              <a:defRPr/>
            </a:lvl8pPr>
            <a:lvl9pPr indent="-3492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■"/>
              <a:defRPr/>
            </a:lvl9pPr>
          </a:lstStyle>
          <a:p/>
        </p:txBody>
      </p:sp>
      <p:pic>
        <p:nvPicPr>
          <p:cNvPr id="71" name="Google Shape;71;g366351fbcd6_0_63"/>
          <p:cNvPicPr preferRelativeResize="0"/>
          <p:nvPr/>
        </p:nvPicPr>
        <p:blipFill rotWithShape="1">
          <a:blip r:embed="rId2">
            <a:alphaModFix/>
          </a:blip>
          <a:srcRect b="0" l="0" r="49914" t="50079"/>
          <a:stretch/>
        </p:blipFill>
        <p:spPr>
          <a:xfrm rot="10800000">
            <a:off x="-1" y="4230332"/>
            <a:ext cx="2425699" cy="2627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6351fbcd6_0_67"/>
          <p:cNvSpPr txBox="1"/>
          <p:nvPr>
            <p:ph type="title"/>
          </p:nvPr>
        </p:nvSpPr>
        <p:spPr>
          <a:xfrm>
            <a:off x="960000" y="2865200"/>
            <a:ext cx="5242500" cy="975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4" name="Google Shape;74;g366351fbcd6_0_67"/>
          <p:cNvSpPr txBox="1"/>
          <p:nvPr>
            <p:ph hasCustomPrompt="1" idx="2" type="title"/>
          </p:nvPr>
        </p:nvSpPr>
        <p:spPr>
          <a:xfrm>
            <a:off x="960000" y="885100"/>
            <a:ext cx="3048000" cy="1828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 sz="133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75" name="Google Shape;75;g366351fbcd6_0_67"/>
          <p:cNvSpPr txBox="1"/>
          <p:nvPr>
            <p:ph idx="1" type="subTitle"/>
          </p:nvPr>
        </p:nvSpPr>
        <p:spPr>
          <a:xfrm>
            <a:off x="960000" y="4150767"/>
            <a:ext cx="5242500" cy="609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pic>
        <p:nvPicPr>
          <p:cNvPr id="76" name="Google Shape;76;g366351fbcd6_0_67"/>
          <p:cNvPicPr preferRelativeResize="0"/>
          <p:nvPr/>
        </p:nvPicPr>
        <p:blipFill rotWithShape="1">
          <a:blip r:embed="rId2">
            <a:alphaModFix/>
          </a:blip>
          <a:srcRect b="22916" l="45542" r="0" t="0"/>
          <a:stretch/>
        </p:blipFill>
        <p:spPr>
          <a:xfrm flipH="1">
            <a:off x="5080567" y="1731467"/>
            <a:ext cx="7111434" cy="5126533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366351fbcd6_0_67"/>
          <p:cNvSpPr txBox="1"/>
          <p:nvPr>
            <p:ph idx="3" type="title"/>
          </p:nvPr>
        </p:nvSpPr>
        <p:spPr>
          <a:xfrm>
            <a:off x="1350533" y="383817"/>
            <a:ext cx="1851900" cy="30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g366351fbcd6_0_73"/>
          <p:cNvPicPr preferRelativeResize="0"/>
          <p:nvPr/>
        </p:nvPicPr>
        <p:blipFill rotWithShape="1">
          <a:blip r:embed="rId2">
            <a:alphaModFix/>
          </a:blip>
          <a:srcRect b="22916" l="45542" r="0" t="0"/>
          <a:stretch/>
        </p:blipFill>
        <p:spPr>
          <a:xfrm>
            <a:off x="0" y="1731467"/>
            <a:ext cx="7111434" cy="512653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366351fbcd6_0_73"/>
          <p:cNvSpPr txBox="1"/>
          <p:nvPr>
            <p:ph type="title"/>
          </p:nvPr>
        </p:nvSpPr>
        <p:spPr>
          <a:xfrm>
            <a:off x="5989600" y="2865200"/>
            <a:ext cx="5242500" cy="975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6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" name="Google Shape;81;g366351fbcd6_0_73"/>
          <p:cNvSpPr txBox="1"/>
          <p:nvPr>
            <p:ph hasCustomPrompt="1" idx="2" type="title"/>
          </p:nvPr>
        </p:nvSpPr>
        <p:spPr>
          <a:xfrm>
            <a:off x="8184000" y="885100"/>
            <a:ext cx="3048000" cy="1828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8000"/>
              <a:buNone/>
              <a:defRPr sz="133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82" name="Google Shape;82;g366351fbcd6_0_73"/>
          <p:cNvSpPr txBox="1"/>
          <p:nvPr>
            <p:ph idx="1" type="subTitle"/>
          </p:nvPr>
        </p:nvSpPr>
        <p:spPr>
          <a:xfrm>
            <a:off x="5989600" y="4150767"/>
            <a:ext cx="5242500" cy="609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83" name="Google Shape;83;g366351fbcd6_0_73"/>
          <p:cNvSpPr txBox="1"/>
          <p:nvPr>
            <p:ph idx="3" type="title"/>
          </p:nvPr>
        </p:nvSpPr>
        <p:spPr>
          <a:xfrm>
            <a:off x="1350533" y="383817"/>
            <a:ext cx="1851900" cy="30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g366351fbcd6_0_79"/>
          <p:cNvPicPr preferRelativeResize="0"/>
          <p:nvPr/>
        </p:nvPicPr>
        <p:blipFill rotWithShape="1">
          <a:blip r:embed="rId2">
            <a:alphaModFix/>
          </a:blip>
          <a:srcRect b="0" l="0" r="49914" t="50079"/>
          <a:stretch/>
        </p:blipFill>
        <p:spPr>
          <a:xfrm>
            <a:off x="8496300" y="0"/>
            <a:ext cx="3695698" cy="400336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66351fbcd6_0_79"/>
          <p:cNvSpPr txBox="1"/>
          <p:nvPr>
            <p:ph type="title"/>
          </p:nvPr>
        </p:nvSpPr>
        <p:spPr>
          <a:xfrm>
            <a:off x="960000" y="2559167"/>
            <a:ext cx="2682300" cy="487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9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87" name="Google Shape;87;g366351fbcd6_0_79"/>
          <p:cNvSpPr txBox="1"/>
          <p:nvPr>
            <p:ph hasCustomPrompt="1" idx="2" type="title"/>
          </p:nvPr>
        </p:nvSpPr>
        <p:spPr>
          <a:xfrm>
            <a:off x="960000" y="1767967"/>
            <a:ext cx="1097100" cy="791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53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8" name="Google Shape;88;g366351fbcd6_0_79"/>
          <p:cNvSpPr txBox="1"/>
          <p:nvPr>
            <p:ph idx="1" type="subTitle"/>
          </p:nvPr>
        </p:nvSpPr>
        <p:spPr>
          <a:xfrm>
            <a:off x="960000" y="2945167"/>
            <a:ext cx="2682300" cy="73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89" name="Google Shape;89;g366351fbcd6_0_79"/>
          <p:cNvSpPr txBox="1"/>
          <p:nvPr>
            <p:ph idx="3" type="title"/>
          </p:nvPr>
        </p:nvSpPr>
        <p:spPr>
          <a:xfrm>
            <a:off x="4754800" y="2559167"/>
            <a:ext cx="2682300" cy="487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9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0" name="Google Shape;90;g366351fbcd6_0_79"/>
          <p:cNvSpPr txBox="1"/>
          <p:nvPr>
            <p:ph hasCustomPrompt="1" idx="4" type="title"/>
          </p:nvPr>
        </p:nvSpPr>
        <p:spPr>
          <a:xfrm>
            <a:off x="4754800" y="1767967"/>
            <a:ext cx="1097100" cy="791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53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1" name="Google Shape;91;g366351fbcd6_0_79"/>
          <p:cNvSpPr txBox="1"/>
          <p:nvPr>
            <p:ph idx="5" type="subTitle"/>
          </p:nvPr>
        </p:nvSpPr>
        <p:spPr>
          <a:xfrm>
            <a:off x="4754800" y="2945167"/>
            <a:ext cx="2682300" cy="73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92" name="Google Shape;92;g366351fbcd6_0_79"/>
          <p:cNvSpPr txBox="1"/>
          <p:nvPr>
            <p:ph idx="6" type="title"/>
          </p:nvPr>
        </p:nvSpPr>
        <p:spPr>
          <a:xfrm>
            <a:off x="8549600" y="2559167"/>
            <a:ext cx="2682300" cy="487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9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3" name="Google Shape;93;g366351fbcd6_0_79"/>
          <p:cNvSpPr txBox="1"/>
          <p:nvPr>
            <p:ph hasCustomPrompt="1" idx="7" type="title"/>
          </p:nvPr>
        </p:nvSpPr>
        <p:spPr>
          <a:xfrm>
            <a:off x="8549600" y="1767967"/>
            <a:ext cx="1097100" cy="791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53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g366351fbcd6_0_79"/>
          <p:cNvSpPr txBox="1"/>
          <p:nvPr>
            <p:ph idx="8" type="subTitle"/>
          </p:nvPr>
        </p:nvSpPr>
        <p:spPr>
          <a:xfrm>
            <a:off x="8549600" y="2945167"/>
            <a:ext cx="2682300" cy="73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95" name="Google Shape;95;g366351fbcd6_0_79"/>
          <p:cNvSpPr txBox="1"/>
          <p:nvPr>
            <p:ph idx="9" type="title"/>
          </p:nvPr>
        </p:nvSpPr>
        <p:spPr>
          <a:xfrm>
            <a:off x="960000" y="5020400"/>
            <a:ext cx="2682300" cy="487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9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6" name="Google Shape;96;g366351fbcd6_0_79"/>
          <p:cNvSpPr txBox="1"/>
          <p:nvPr>
            <p:ph hasCustomPrompt="1" idx="13" type="title"/>
          </p:nvPr>
        </p:nvSpPr>
        <p:spPr>
          <a:xfrm>
            <a:off x="960000" y="4229500"/>
            <a:ext cx="1097100" cy="791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53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7" name="Google Shape;97;g366351fbcd6_0_79"/>
          <p:cNvSpPr txBox="1"/>
          <p:nvPr>
            <p:ph idx="14" type="subTitle"/>
          </p:nvPr>
        </p:nvSpPr>
        <p:spPr>
          <a:xfrm>
            <a:off x="960000" y="5406400"/>
            <a:ext cx="2682300" cy="73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98" name="Google Shape;98;g366351fbcd6_0_79"/>
          <p:cNvSpPr txBox="1"/>
          <p:nvPr>
            <p:ph idx="15" type="title"/>
          </p:nvPr>
        </p:nvSpPr>
        <p:spPr>
          <a:xfrm>
            <a:off x="4754800" y="5020400"/>
            <a:ext cx="2682300" cy="487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9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9" name="Google Shape;99;g366351fbcd6_0_79"/>
          <p:cNvSpPr txBox="1"/>
          <p:nvPr>
            <p:ph hasCustomPrompt="1" idx="16" type="title"/>
          </p:nvPr>
        </p:nvSpPr>
        <p:spPr>
          <a:xfrm>
            <a:off x="4754800" y="4229500"/>
            <a:ext cx="1097100" cy="791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53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0" name="Google Shape;100;g366351fbcd6_0_79"/>
          <p:cNvSpPr txBox="1"/>
          <p:nvPr>
            <p:ph idx="17" type="subTitle"/>
          </p:nvPr>
        </p:nvSpPr>
        <p:spPr>
          <a:xfrm>
            <a:off x="4754800" y="5406400"/>
            <a:ext cx="2682300" cy="73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01" name="Google Shape;101;g366351fbcd6_0_79"/>
          <p:cNvSpPr txBox="1"/>
          <p:nvPr>
            <p:ph idx="18" type="title"/>
          </p:nvPr>
        </p:nvSpPr>
        <p:spPr>
          <a:xfrm>
            <a:off x="8549600" y="5020400"/>
            <a:ext cx="2682300" cy="487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9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02" name="Google Shape;102;g366351fbcd6_0_79"/>
          <p:cNvSpPr txBox="1"/>
          <p:nvPr>
            <p:ph hasCustomPrompt="1" idx="19" type="title"/>
          </p:nvPr>
        </p:nvSpPr>
        <p:spPr>
          <a:xfrm>
            <a:off x="8549600" y="4229500"/>
            <a:ext cx="1097100" cy="791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53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3" name="Google Shape;103;g366351fbcd6_0_79"/>
          <p:cNvSpPr txBox="1"/>
          <p:nvPr>
            <p:ph idx="20" type="subTitle"/>
          </p:nvPr>
        </p:nvSpPr>
        <p:spPr>
          <a:xfrm>
            <a:off x="8549600" y="5406400"/>
            <a:ext cx="2682300" cy="73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04" name="Google Shape;104;g366351fbcd6_0_79"/>
          <p:cNvSpPr txBox="1"/>
          <p:nvPr>
            <p:ph idx="21" type="title"/>
          </p:nvPr>
        </p:nvSpPr>
        <p:spPr>
          <a:xfrm>
            <a:off x="960000" y="443393"/>
            <a:ext cx="10272000" cy="8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6351fbcd6_0_100"/>
          <p:cNvSpPr txBox="1"/>
          <p:nvPr>
            <p:ph type="title"/>
          </p:nvPr>
        </p:nvSpPr>
        <p:spPr>
          <a:xfrm>
            <a:off x="6997367" y="4560989"/>
            <a:ext cx="3901500" cy="487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2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07" name="Google Shape;107;g366351fbcd6_0_100"/>
          <p:cNvSpPr txBox="1"/>
          <p:nvPr>
            <p:ph idx="1" type="subTitle"/>
          </p:nvPr>
        </p:nvSpPr>
        <p:spPr>
          <a:xfrm>
            <a:off x="959933" y="1728983"/>
            <a:ext cx="10272000" cy="2320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4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pic>
        <p:nvPicPr>
          <p:cNvPr id="108" name="Google Shape;108;g366351fbcd6_0_100"/>
          <p:cNvPicPr preferRelativeResize="0"/>
          <p:nvPr/>
        </p:nvPicPr>
        <p:blipFill rotWithShape="1">
          <a:blip r:embed="rId2">
            <a:alphaModFix/>
          </a:blip>
          <a:srcRect b="57846" l="37845" r="0" t="0"/>
          <a:stretch/>
        </p:blipFill>
        <p:spPr>
          <a:xfrm>
            <a:off x="0" y="4279200"/>
            <a:ext cx="7466312" cy="257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66351fbcd6_0_100"/>
          <p:cNvSpPr txBox="1"/>
          <p:nvPr>
            <p:ph idx="2" type="title"/>
          </p:nvPr>
        </p:nvSpPr>
        <p:spPr>
          <a:xfrm>
            <a:off x="1350533" y="383817"/>
            <a:ext cx="1851900" cy="30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g366351fbcd6_0_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622736" y="271224"/>
            <a:ext cx="631009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66351fbcd6_0_105"/>
          <p:cNvPicPr preferRelativeResize="0"/>
          <p:nvPr/>
        </p:nvPicPr>
        <p:blipFill rotWithShape="1">
          <a:blip r:embed="rId2">
            <a:alphaModFix/>
          </a:blip>
          <a:srcRect b="0" l="0" r="49914" t="50079"/>
          <a:stretch/>
        </p:blipFill>
        <p:spPr>
          <a:xfrm flipH="1">
            <a:off x="-29935" y="0"/>
            <a:ext cx="2425699" cy="262766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66351fbcd6_0_105"/>
          <p:cNvSpPr txBox="1"/>
          <p:nvPr>
            <p:ph idx="1" type="subTitle"/>
          </p:nvPr>
        </p:nvSpPr>
        <p:spPr>
          <a:xfrm>
            <a:off x="960000" y="3806400"/>
            <a:ext cx="3779700" cy="1805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14" name="Google Shape;114;g366351fbcd6_0_105"/>
          <p:cNvSpPr txBox="1"/>
          <p:nvPr>
            <p:ph type="title"/>
          </p:nvPr>
        </p:nvSpPr>
        <p:spPr>
          <a:xfrm>
            <a:off x="960000" y="1245993"/>
            <a:ext cx="3779700" cy="2560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sp>
        <p:nvSpPr>
          <p:cNvPr id="115" name="Google Shape;115;g366351fbcd6_0_105"/>
          <p:cNvSpPr/>
          <p:nvPr>
            <p:ph idx="2" type="pic"/>
          </p:nvPr>
        </p:nvSpPr>
        <p:spPr>
          <a:xfrm>
            <a:off x="6554251" y="1218969"/>
            <a:ext cx="4430400" cy="44304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66351fbcd6_0_111"/>
          <p:cNvPicPr preferRelativeResize="0"/>
          <p:nvPr/>
        </p:nvPicPr>
        <p:blipFill rotWithShape="1">
          <a:blip r:embed="rId2">
            <a:alphaModFix/>
          </a:blip>
          <a:srcRect b="0" l="0" r="49914" t="50079"/>
          <a:stretch/>
        </p:blipFill>
        <p:spPr>
          <a:xfrm rot="10800000">
            <a:off x="-1" y="4230332"/>
            <a:ext cx="2425699" cy="2627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66351fbcd6_0_111"/>
          <p:cNvPicPr preferRelativeResize="0"/>
          <p:nvPr/>
        </p:nvPicPr>
        <p:blipFill rotWithShape="1">
          <a:blip r:embed="rId2">
            <a:alphaModFix/>
          </a:blip>
          <a:srcRect b="0" l="0" r="49914" t="50079"/>
          <a:stretch/>
        </p:blipFill>
        <p:spPr>
          <a:xfrm>
            <a:off x="9766300" y="0"/>
            <a:ext cx="2425699" cy="262766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66351fbcd6_0_111"/>
          <p:cNvSpPr txBox="1"/>
          <p:nvPr>
            <p:ph idx="1" type="subTitle"/>
          </p:nvPr>
        </p:nvSpPr>
        <p:spPr>
          <a:xfrm>
            <a:off x="2804200" y="5508000"/>
            <a:ext cx="6583500" cy="73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20" name="Google Shape;120;g366351fbcd6_0_111"/>
          <p:cNvSpPr txBox="1"/>
          <p:nvPr>
            <p:ph type="title"/>
          </p:nvPr>
        </p:nvSpPr>
        <p:spPr>
          <a:xfrm>
            <a:off x="960000" y="442193"/>
            <a:ext cx="10272000" cy="8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g366351fbcd6_0_116"/>
          <p:cNvPicPr preferRelativeResize="0"/>
          <p:nvPr/>
        </p:nvPicPr>
        <p:blipFill rotWithShape="1">
          <a:blip r:embed="rId2">
            <a:alphaModFix/>
          </a:blip>
          <a:srcRect b="0" l="0" r="49914" t="50079"/>
          <a:stretch/>
        </p:blipFill>
        <p:spPr>
          <a:xfrm rot="10800000">
            <a:off x="-1" y="4230332"/>
            <a:ext cx="2425699" cy="2627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66351fbcd6_0_116"/>
          <p:cNvPicPr preferRelativeResize="0"/>
          <p:nvPr/>
        </p:nvPicPr>
        <p:blipFill rotWithShape="1">
          <a:blip r:embed="rId2">
            <a:alphaModFix/>
          </a:blip>
          <a:srcRect b="0" l="0" r="49914" t="50079"/>
          <a:stretch/>
        </p:blipFill>
        <p:spPr>
          <a:xfrm>
            <a:off x="9766300" y="0"/>
            <a:ext cx="2425699" cy="262766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66351fbcd6_0_116"/>
          <p:cNvSpPr txBox="1"/>
          <p:nvPr>
            <p:ph idx="1" type="subTitle"/>
          </p:nvPr>
        </p:nvSpPr>
        <p:spPr>
          <a:xfrm>
            <a:off x="2857400" y="5426800"/>
            <a:ext cx="6477300" cy="73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25" name="Google Shape;125;g366351fbcd6_0_116"/>
          <p:cNvSpPr txBox="1"/>
          <p:nvPr>
            <p:ph type="title"/>
          </p:nvPr>
        </p:nvSpPr>
        <p:spPr>
          <a:xfrm>
            <a:off x="960000" y="442193"/>
            <a:ext cx="10272000" cy="8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g366351fbcd6_0_121"/>
          <p:cNvPicPr preferRelativeResize="0"/>
          <p:nvPr/>
        </p:nvPicPr>
        <p:blipFill rotWithShape="1">
          <a:blip r:embed="rId2">
            <a:alphaModFix/>
          </a:blip>
          <a:srcRect b="0" l="0" r="49914" t="50079"/>
          <a:stretch/>
        </p:blipFill>
        <p:spPr>
          <a:xfrm flipH="1">
            <a:off x="-1" y="0"/>
            <a:ext cx="2425699" cy="262766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66351fbcd6_0_121"/>
          <p:cNvSpPr txBox="1"/>
          <p:nvPr>
            <p:ph idx="1" type="subTitle"/>
          </p:nvPr>
        </p:nvSpPr>
        <p:spPr>
          <a:xfrm>
            <a:off x="960000" y="3429000"/>
            <a:ext cx="3141600" cy="158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29" name="Google Shape;129;g366351fbcd6_0_121"/>
          <p:cNvSpPr txBox="1"/>
          <p:nvPr>
            <p:ph type="title"/>
          </p:nvPr>
        </p:nvSpPr>
        <p:spPr>
          <a:xfrm>
            <a:off x="960000" y="1945800"/>
            <a:ext cx="3141600" cy="1584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6351fbcd6_0_125"/>
          <p:cNvSpPr txBox="1"/>
          <p:nvPr>
            <p:ph idx="1" type="subTitle"/>
          </p:nvPr>
        </p:nvSpPr>
        <p:spPr>
          <a:xfrm>
            <a:off x="5471300" y="3246200"/>
            <a:ext cx="4632900" cy="1219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32" name="Google Shape;132;g366351fbcd6_0_125"/>
          <p:cNvSpPr txBox="1"/>
          <p:nvPr>
            <p:ph type="title"/>
          </p:nvPr>
        </p:nvSpPr>
        <p:spPr>
          <a:xfrm>
            <a:off x="5471300" y="2494200"/>
            <a:ext cx="4632900" cy="853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6351fbcd6_0_128"/>
          <p:cNvSpPr txBox="1"/>
          <p:nvPr>
            <p:ph type="title"/>
          </p:nvPr>
        </p:nvSpPr>
        <p:spPr>
          <a:xfrm>
            <a:off x="960000" y="3428983"/>
            <a:ext cx="3115200" cy="609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35" name="Google Shape;135;g366351fbcd6_0_128"/>
          <p:cNvSpPr txBox="1"/>
          <p:nvPr>
            <p:ph idx="1" type="subTitle"/>
          </p:nvPr>
        </p:nvSpPr>
        <p:spPr>
          <a:xfrm>
            <a:off x="960000" y="4038583"/>
            <a:ext cx="3115200" cy="975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36" name="Google Shape;136;g366351fbcd6_0_128"/>
          <p:cNvSpPr txBox="1"/>
          <p:nvPr>
            <p:ph idx="2" type="title"/>
          </p:nvPr>
        </p:nvSpPr>
        <p:spPr>
          <a:xfrm>
            <a:off x="4538400" y="3428983"/>
            <a:ext cx="3115200" cy="609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37" name="Google Shape;137;g366351fbcd6_0_128"/>
          <p:cNvSpPr txBox="1"/>
          <p:nvPr>
            <p:ph idx="3" type="subTitle"/>
          </p:nvPr>
        </p:nvSpPr>
        <p:spPr>
          <a:xfrm>
            <a:off x="4538400" y="4038583"/>
            <a:ext cx="3115200" cy="975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38" name="Google Shape;138;g366351fbcd6_0_128"/>
          <p:cNvSpPr txBox="1"/>
          <p:nvPr>
            <p:ph idx="4" type="title"/>
          </p:nvPr>
        </p:nvSpPr>
        <p:spPr>
          <a:xfrm>
            <a:off x="8116800" y="3428983"/>
            <a:ext cx="3115200" cy="609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39" name="Google Shape;139;g366351fbcd6_0_128"/>
          <p:cNvSpPr txBox="1"/>
          <p:nvPr>
            <p:ph idx="5" type="subTitle"/>
          </p:nvPr>
        </p:nvSpPr>
        <p:spPr>
          <a:xfrm>
            <a:off x="8116800" y="4038583"/>
            <a:ext cx="3115200" cy="975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40" name="Google Shape;140;g366351fbcd6_0_128"/>
          <p:cNvSpPr txBox="1"/>
          <p:nvPr>
            <p:ph idx="6" type="title"/>
          </p:nvPr>
        </p:nvSpPr>
        <p:spPr>
          <a:xfrm>
            <a:off x="960000" y="442193"/>
            <a:ext cx="10272000" cy="8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pic>
        <p:nvPicPr>
          <p:cNvPr id="141" name="Google Shape;141;g366351fbcd6_0_128"/>
          <p:cNvPicPr preferRelativeResize="0"/>
          <p:nvPr/>
        </p:nvPicPr>
        <p:blipFill rotWithShape="1">
          <a:blip r:embed="rId2">
            <a:alphaModFix/>
          </a:blip>
          <a:srcRect b="0" l="0" r="49914" t="50079"/>
          <a:stretch/>
        </p:blipFill>
        <p:spPr>
          <a:xfrm>
            <a:off x="9766300" y="0"/>
            <a:ext cx="2425699" cy="2627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g366351fbcd6_0_137"/>
          <p:cNvPicPr preferRelativeResize="0"/>
          <p:nvPr/>
        </p:nvPicPr>
        <p:blipFill rotWithShape="1">
          <a:blip r:embed="rId2">
            <a:alphaModFix/>
          </a:blip>
          <a:srcRect b="0" l="0" r="49914" t="50079"/>
          <a:stretch/>
        </p:blipFill>
        <p:spPr>
          <a:xfrm rot="10800000">
            <a:off x="-1" y="4230332"/>
            <a:ext cx="2425699" cy="2627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66351fbcd6_0_137"/>
          <p:cNvPicPr preferRelativeResize="0"/>
          <p:nvPr/>
        </p:nvPicPr>
        <p:blipFill rotWithShape="1">
          <a:blip r:embed="rId2">
            <a:alphaModFix/>
          </a:blip>
          <a:srcRect b="0" l="0" r="49914" t="50079"/>
          <a:stretch/>
        </p:blipFill>
        <p:spPr>
          <a:xfrm>
            <a:off x="9766300" y="0"/>
            <a:ext cx="2425699" cy="262766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66351fbcd6_0_137"/>
          <p:cNvSpPr txBox="1"/>
          <p:nvPr>
            <p:ph type="title"/>
          </p:nvPr>
        </p:nvSpPr>
        <p:spPr>
          <a:xfrm>
            <a:off x="960000" y="4898383"/>
            <a:ext cx="2883900" cy="609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2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46" name="Google Shape;146;g366351fbcd6_0_137"/>
          <p:cNvSpPr txBox="1"/>
          <p:nvPr>
            <p:ph idx="1" type="subTitle"/>
          </p:nvPr>
        </p:nvSpPr>
        <p:spPr>
          <a:xfrm>
            <a:off x="960000" y="5406383"/>
            <a:ext cx="2883900" cy="73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47" name="Google Shape;147;g366351fbcd6_0_137"/>
          <p:cNvSpPr txBox="1"/>
          <p:nvPr>
            <p:ph idx="2" type="title"/>
          </p:nvPr>
        </p:nvSpPr>
        <p:spPr>
          <a:xfrm>
            <a:off x="4654004" y="4898383"/>
            <a:ext cx="2883900" cy="609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2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48" name="Google Shape;148;g366351fbcd6_0_137"/>
          <p:cNvSpPr txBox="1"/>
          <p:nvPr>
            <p:ph idx="3" type="subTitle"/>
          </p:nvPr>
        </p:nvSpPr>
        <p:spPr>
          <a:xfrm>
            <a:off x="4654004" y="5406383"/>
            <a:ext cx="2883900" cy="73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49" name="Google Shape;149;g366351fbcd6_0_137"/>
          <p:cNvSpPr txBox="1"/>
          <p:nvPr>
            <p:ph idx="4" type="title"/>
          </p:nvPr>
        </p:nvSpPr>
        <p:spPr>
          <a:xfrm>
            <a:off x="8348009" y="4898383"/>
            <a:ext cx="2883900" cy="609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2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50" name="Google Shape;150;g366351fbcd6_0_137"/>
          <p:cNvSpPr txBox="1"/>
          <p:nvPr>
            <p:ph idx="5" type="subTitle"/>
          </p:nvPr>
        </p:nvSpPr>
        <p:spPr>
          <a:xfrm>
            <a:off x="8348009" y="5406383"/>
            <a:ext cx="2883900" cy="73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51" name="Google Shape;151;g366351fbcd6_0_137"/>
          <p:cNvSpPr txBox="1"/>
          <p:nvPr>
            <p:ph idx="6" type="title"/>
          </p:nvPr>
        </p:nvSpPr>
        <p:spPr>
          <a:xfrm>
            <a:off x="960000" y="442193"/>
            <a:ext cx="10272000" cy="8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BLANK_1_1_1_2_2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6351fbcd6_0_147"/>
          <p:cNvSpPr txBox="1"/>
          <p:nvPr>
            <p:ph type="title"/>
          </p:nvPr>
        </p:nvSpPr>
        <p:spPr>
          <a:xfrm>
            <a:off x="2879367" y="1875131"/>
            <a:ext cx="4096500" cy="609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2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54" name="Google Shape;154;g366351fbcd6_0_147"/>
          <p:cNvSpPr txBox="1"/>
          <p:nvPr>
            <p:ph idx="1" type="subTitle"/>
          </p:nvPr>
        </p:nvSpPr>
        <p:spPr>
          <a:xfrm>
            <a:off x="2879367" y="2484731"/>
            <a:ext cx="4096500" cy="73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55" name="Google Shape;155;g366351fbcd6_0_147"/>
          <p:cNvSpPr txBox="1"/>
          <p:nvPr>
            <p:ph idx="2" type="title"/>
          </p:nvPr>
        </p:nvSpPr>
        <p:spPr>
          <a:xfrm>
            <a:off x="5216200" y="3211983"/>
            <a:ext cx="4096500" cy="609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 sz="2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56" name="Google Shape;156;g366351fbcd6_0_147"/>
          <p:cNvSpPr txBox="1"/>
          <p:nvPr>
            <p:ph idx="3" type="subTitle"/>
          </p:nvPr>
        </p:nvSpPr>
        <p:spPr>
          <a:xfrm>
            <a:off x="5216200" y="3821583"/>
            <a:ext cx="4096500" cy="73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57" name="Google Shape;157;g366351fbcd6_0_147"/>
          <p:cNvSpPr txBox="1"/>
          <p:nvPr>
            <p:ph idx="4" type="title"/>
          </p:nvPr>
        </p:nvSpPr>
        <p:spPr>
          <a:xfrm>
            <a:off x="2879400" y="4553183"/>
            <a:ext cx="4096500" cy="609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2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58" name="Google Shape;158;g366351fbcd6_0_147"/>
          <p:cNvSpPr txBox="1"/>
          <p:nvPr>
            <p:ph idx="5" type="subTitle"/>
          </p:nvPr>
        </p:nvSpPr>
        <p:spPr>
          <a:xfrm>
            <a:off x="2879400" y="5162783"/>
            <a:ext cx="4096500" cy="73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59" name="Google Shape;159;g366351fbcd6_0_147"/>
          <p:cNvSpPr txBox="1"/>
          <p:nvPr>
            <p:ph idx="6" type="title"/>
          </p:nvPr>
        </p:nvSpPr>
        <p:spPr>
          <a:xfrm>
            <a:off x="960000" y="442193"/>
            <a:ext cx="10272000" cy="8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pic>
        <p:nvPicPr>
          <p:cNvPr id="160" name="Google Shape;160;g366351fbcd6_0_147"/>
          <p:cNvPicPr preferRelativeResize="0"/>
          <p:nvPr/>
        </p:nvPicPr>
        <p:blipFill rotWithShape="1">
          <a:blip r:embed="rId2">
            <a:alphaModFix/>
          </a:blip>
          <a:srcRect b="0" l="0" r="49914" t="50079"/>
          <a:stretch/>
        </p:blipFill>
        <p:spPr>
          <a:xfrm rot="10800000">
            <a:off x="-1" y="4230332"/>
            <a:ext cx="2425699" cy="2627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366351fbcd6_0_156"/>
          <p:cNvPicPr preferRelativeResize="0"/>
          <p:nvPr/>
        </p:nvPicPr>
        <p:blipFill rotWithShape="1">
          <a:blip r:embed="rId2">
            <a:alphaModFix/>
          </a:blip>
          <a:srcRect b="0" l="0" r="49914" t="50079"/>
          <a:stretch/>
        </p:blipFill>
        <p:spPr>
          <a:xfrm rot="10800000">
            <a:off x="-1" y="4230332"/>
            <a:ext cx="2425699" cy="262766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66351fbcd6_0_156"/>
          <p:cNvSpPr txBox="1"/>
          <p:nvPr>
            <p:ph type="title"/>
          </p:nvPr>
        </p:nvSpPr>
        <p:spPr>
          <a:xfrm>
            <a:off x="960012" y="3429000"/>
            <a:ext cx="2194500" cy="609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64" name="Google Shape;164;g366351fbcd6_0_156"/>
          <p:cNvSpPr txBox="1"/>
          <p:nvPr>
            <p:ph idx="1" type="subTitle"/>
          </p:nvPr>
        </p:nvSpPr>
        <p:spPr>
          <a:xfrm>
            <a:off x="960012" y="4038600"/>
            <a:ext cx="2194500" cy="6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65" name="Google Shape;165;g366351fbcd6_0_156"/>
          <p:cNvSpPr txBox="1"/>
          <p:nvPr>
            <p:ph idx="2" type="title"/>
          </p:nvPr>
        </p:nvSpPr>
        <p:spPr>
          <a:xfrm>
            <a:off x="6345078" y="3429000"/>
            <a:ext cx="2194500" cy="609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66" name="Google Shape;166;g366351fbcd6_0_156"/>
          <p:cNvSpPr txBox="1"/>
          <p:nvPr>
            <p:ph idx="3" type="subTitle"/>
          </p:nvPr>
        </p:nvSpPr>
        <p:spPr>
          <a:xfrm>
            <a:off x="6345078" y="4038600"/>
            <a:ext cx="2194500" cy="6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67" name="Google Shape;167;g366351fbcd6_0_156"/>
          <p:cNvSpPr txBox="1"/>
          <p:nvPr>
            <p:ph idx="4" type="title"/>
          </p:nvPr>
        </p:nvSpPr>
        <p:spPr>
          <a:xfrm>
            <a:off x="3652545" y="3429000"/>
            <a:ext cx="2194500" cy="609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68" name="Google Shape;168;g366351fbcd6_0_156"/>
          <p:cNvSpPr txBox="1"/>
          <p:nvPr>
            <p:ph idx="5" type="subTitle"/>
          </p:nvPr>
        </p:nvSpPr>
        <p:spPr>
          <a:xfrm>
            <a:off x="3652545" y="4038600"/>
            <a:ext cx="2194500" cy="6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69" name="Google Shape;169;g366351fbcd6_0_156"/>
          <p:cNvSpPr txBox="1"/>
          <p:nvPr>
            <p:ph idx="6" type="title"/>
          </p:nvPr>
        </p:nvSpPr>
        <p:spPr>
          <a:xfrm>
            <a:off x="9037612" y="3429000"/>
            <a:ext cx="2194500" cy="609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70" name="Google Shape;170;g366351fbcd6_0_156"/>
          <p:cNvSpPr txBox="1"/>
          <p:nvPr>
            <p:ph idx="7" type="subTitle"/>
          </p:nvPr>
        </p:nvSpPr>
        <p:spPr>
          <a:xfrm>
            <a:off x="9037612" y="4038600"/>
            <a:ext cx="2194500" cy="6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71" name="Google Shape;171;g366351fbcd6_0_156"/>
          <p:cNvSpPr txBox="1"/>
          <p:nvPr>
            <p:ph idx="8" type="title"/>
          </p:nvPr>
        </p:nvSpPr>
        <p:spPr>
          <a:xfrm>
            <a:off x="960000" y="442193"/>
            <a:ext cx="10272000" cy="8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BLANK_1_1_1_1_3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6351fbcd6_0_167"/>
          <p:cNvSpPr txBox="1"/>
          <p:nvPr>
            <p:ph type="title"/>
          </p:nvPr>
        </p:nvSpPr>
        <p:spPr>
          <a:xfrm>
            <a:off x="960012" y="3429000"/>
            <a:ext cx="1928100" cy="609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2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74" name="Google Shape;174;g366351fbcd6_0_167"/>
          <p:cNvSpPr txBox="1"/>
          <p:nvPr>
            <p:ph idx="1" type="subTitle"/>
          </p:nvPr>
        </p:nvSpPr>
        <p:spPr>
          <a:xfrm>
            <a:off x="960012" y="4038600"/>
            <a:ext cx="1928100" cy="975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75" name="Google Shape;175;g366351fbcd6_0_167"/>
          <p:cNvSpPr txBox="1"/>
          <p:nvPr>
            <p:ph idx="2" type="title"/>
          </p:nvPr>
        </p:nvSpPr>
        <p:spPr>
          <a:xfrm>
            <a:off x="7218004" y="3429000"/>
            <a:ext cx="1928100" cy="609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2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76" name="Google Shape;176;g366351fbcd6_0_167"/>
          <p:cNvSpPr txBox="1"/>
          <p:nvPr>
            <p:ph idx="3" type="subTitle"/>
          </p:nvPr>
        </p:nvSpPr>
        <p:spPr>
          <a:xfrm>
            <a:off x="7218004" y="4038600"/>
            <a:ext cx="1928100" cy="975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77" name="Google Shape;177;g366351fbcd6_0_167"/>
          <p:cNvSpPr txBox="1"/>
          <p:nvPr>
            <p:ph idx="4" type="title"/>
          </p:nvPr>
        </p:nvSpPr>
        <p:spPr>
          <a:xfrm>
            <a:off x="3046009" y="3429000"/>
            <a:ext cx="1928100" cy="609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2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78" name="Google Shape;178;g366351fbcd6_0_167"/>
          <p:cNvSpPr txBox="1"/>
          <p:nvPr>
            <p:ph idx="5" type="subTitle"/>
          </p:nvPr>
        </p:nvSpPr>
        <p:spPr>
          <a:xfrm>
            <a:off x="3046009" y="4038600"/>
            <a:ext cx="1928100" cy="975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79" name="Google Shape;179;g366351fbcd6_0_167"/>
          <p:cNvSpPr txBox="1"/>
          <p:nvPr>
            <p:ph idx="6" type="title"/>
          </p:nvPr>
        </p:nvSpPr>
        <p:spPr>
          <a:xfrm>
            <a:off x="9304002" y="3429000"/>
            <a:ext cx="1928100" cy="609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2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80" name="Google Shape;180;g366351fbcd6_0_167"/>
          <p:cNvSpPr txBox="1"/>
          <p:nvPr>
            <p:ph idx="7" type="subTitle"/>
          </p:nvPr>
        </p:nvSpPr>
        <p:spPr>
          <a:xfrm>
            <a:off x="9304002" y="4038600"/>
            <a:ext cx="1928100" cy="975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81" name="Google Shape;181;g366351fbcd6_0_167"/>
          <p:cNvSpPr txBox="1"/>
          <p:nvPr>
            <p:ph idx="8" type="title"/>
          </p:nvPr>
        </p:nvSpPr>
        <p:spPr>
          <a:xfrm>
            <a:off x="960000" y="442193"/>
            <a:ext cx="10272000" cy="8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sp>
        <p:nvSpPr>
          <p:cNvPr id="182" name="Google Shape;182;g366351fbcd6_0_167"/>
          <p:cNvSpPr txBox="1"/>
          <p:nvPr>
            <p:ph idx="9" type="title"/>
          </p:nvPr>
        </p:nvSpPr>
        <p:spPr>
          <a:xfrm>
            <a:off x="5132007" y="3429000"/>
            <a:ext cx="1928100" cy="609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2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83" name="Google Shape;183;g366351fbcd6_0_167"/>
          <p:cNvSpPr txBox="1"/>
          <p:nvPr>
            <p:ph idx="13" type="subTitle"/>
          </p:nvPr>
        </p:nvSpPr>
        <p:spPr>
          <a:xfrm>
            <a:off x="5132007" y="4038600"/>
            <a:ext cx="1928100" cy="975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pic>
        <p:nvPicPr>
          <p:cNvPr id="184" name="Google Shape;184;g366351fbcd6_0_167"/>
          <p:cNvPicPr preferRelativeResize="0"/>
          <p:nvPr/>
        </p:nvPicPr>
        <p:blipFill rotWithShape="1">
          <a:blip r:embed="rId2">
            <a:alphaModFix/>
          </a:blip>
          <a:srcRect b="0" l="0" r="49914" t="50079"/>
          <a:stretch/>
        </p:blipFill>
        <p:spPr>
          <a:xfrm rot="10800000">
            <a:off x="-1" y="4230332"/>
            <a:ext cx="2425699" cy="2627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1_2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g366351fbcd6_0_180"/>
          <p:cNvPicPr preferRelativeResize="0"/>
          <p:nvPr/>
        </p:nvPicPr>
        <p:blipFill rotWithShape="1">
          <a:blip r:embed="rId2">
            <a:alphaModFix/>
          </a:blip>
          <a:srcRect b="0" l="0" r="49914" t="50079"/>
          <a:stretch/>
        </p:blipFill>
        <p:spPr>
          <a:xfrm>
            <a:off x="9766300" y="0"/>
            <a:ext cx="2425699" cy="262766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66351fbcd6_0_180"/>
          <p:cNvSpPr txBox="1"/>
          <p:nvPr>
            <p:ph type="title"/>
          </p:nvPr>
        </p:nvSpPr>
        <p:spPr>
          <a:xfrm>
            <a:off x="2316501" y="2209800"/>
            <a:ext cx="2928000" cy="609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2900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88" name="Google Shape;188;g366351fbcd6_0_180"/>
          <p:cNvSpPr txBox="1"/>
          <p:nvPr>
            <p:ph idx="1" type="subTitle"/>
          </p:nvPr>
        </p:nvSpPr>
        <p:spPr>
          <a:xfrm>
            <a:off x="2316501" y="2819400"/>
            <a:ext cx="2928000" cy="73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89" name="Google Shape;189;g366351fbcd6_0_180"/>
          <p:cNvSpPr txBox="1"/>
          <p:nvPr>
            <p:ph idx="2" type="title"/>
          </p:nvPr>
        </p:nvSpPr>
        <p:spPr>
          <a:xfrm>
            <a:off x="6947499" y="4170800"/>
            <a:ext cx="2928000" cy="609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 sz="2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90" name="Google Shape;190;g366351fbcd6_0_180"/>
          <p:cNvSpPr txBox="1"/>
          <p:nvPr>
            <p:ph idx="3" type="subTitle"/>
          </p:nvPr>
        </p:nvSpPr>
        <p:spPr>
          <a:xfrm>
            <a:off x="6947490" y="4780400"/>
            <a:ext cx="2928000" cy="73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91" name="Google Shape;191;g366351fbcd6_0_180"/>
          <p:cNvSpPr txBox="1"/>
          <p:nvPr>
            <p:ph idx="4" type="title"/>
          </p:nvPr>
        </p:nvSpPr>
        <p:spPr>
          <a:xfrm>
            <a:off x="2316503" y="4170800"/>
            <a:ext cx="2928000" cy="609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2900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92" name="Google Shape;192;g366351fbcd6_0_180"/>
          <p:cNvSpPr txBox="1"/>
          <p:nvPr>
            <p:ph idx="5" type="subTitle"/>
          </p:nvPr>
        </p:nvSpPr>
        <p:spPr>
          <a:xfrm>
            <a:off x="2316499" y="4780400"/>
            <a:ext cx="2928000" cy="73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93" name="Google Shape;193;g366351fbcd6_0_180"/>
          <p:cNvSpPr txBox="1"/>
          <p:nvPr>
            <p:ph idx="6" type="title"/>
          </p:nvPr>
        </p:nvSpPr>
        <p:spPr>
          <a:xfrm>
            <a:off x="6947501" y="2209800"/>
            <a:ext cx="2928000" cy="609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 sz="2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94" name="Google Shape;194;g366351fbcd6_0_180"/>
          <p:cNvSpPr txBox="1"/>
          <p:nvPr>
            <p:ph idx="7" type="subTitle"/>
          </p:nvPr>
        </p:nvSpPr>
        <p:spPr>
          <a:xfrm>
            <a:off x="6947488" y="2819400"/>
            <a:ext cx="2928000" cy="73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95" name="Google Shape;195;g366351fbcd6_0_180"/>
          <p:cNvSpPr txBox="1"/>
          <p:nvPr>
            <p:ph idx="8" type="title"/>
          </p:nvPr>
        </p:nvSpPr>
        <p:spPr>
          <a:xfrm>
            <a:off x="960000" y="442193"/>
            <a:ext cx="10272000" cy="8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6351fbcd6_0_191"/>
          <p:cNvSpPr txBox="1"/>
          <p:nvPr>
            <p:ph type="title"/>
          </p:nvPr>
        </p:nvSpPr>
        <p:spPr>
          <a:xfrm>
            <a:off x="960000" y="2642600"/>
            <a:ext cx="2438400" cy="609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98" name="Google Shape;198;g366351fbcd6_0_191"/>
          <p:cNvSpPr txBox="1"/>
          <p:nvPr>
            <p:ph idx="1" type="subTitle"/>
          </p:nvPr>
        </p:nvSpPr>
        <p:spPr>
          <a:xfrm>
            <a:off x="960000" y="3150600"/>
            <a:ext cx="2438400" cy="6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99" name="Google Shape;199;g366351fbcd6_0_191"/>
          <p:cNvSpPr txBox="1"/>
          <p:nvPr>
            <p:ph idx="2" type="title"/>
          </p:nvPr>
        </p:nvSpPr>
        <p:spPr>
          <a:xfrm>
            <a:off x="4876800" y="2642600"/>
            <a:ext cx="2438400" cy="609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200" name="Google Shape;200;g366351fbcd6_0_191"/>
          <p:cNvSpPr txBox="1"/>
          <p:nvPr>
            <p:ph idx="3" type="subTitle"/>
          </p:nvPr>
        </p:nvSpPr>
        <p:spPr>
          <a:xfrm>
            <a:off x="4876800" y="3150600"/>
            <a:ext cx="2438400" cy="6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201" name="Google Shape;201;g366351fbcd6_0_191"/>
          <p:cNvSpPr txBox="1"/>
          <p:nvPr>
            <p:ph idx="4" type="title"/>
          </p:nvPr>
        </p:nvSpPr>
        <p:spPr>
          <a:xfrm>
            <a:off x="960000" y="4983600"/>
            <a:ext cx="2438400" cy="609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202" name="Google Shape;202;g366351fbcd6_0_191"/>
          <p:cNvSpPr txBox="1"/>
          <p:nvPr>
            <p:ph idx="5" type="subTitle"/>
          </p:nvPr>
        </p:nvSpPr>
        <p:spPr>
          <a:xfrm>
            <a:off x="960000" y="5491600"/>
            <a:ext cx="2438400" cy="6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203" name="Google Shape;203;g366351fbcd6_0_191"/>
          <p:cNvSpPr txBox="1"/>
          <p:nvPr>
            <p:ph idx="6" type="title"/>
          </p:nvPr>
        </p:nvSpPr>
        <p:spPr>
          <a:xfrm>
            <a:off x="4876800" y="4983600"/>
            <a:ext cx="2438400" cy="609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204" name="Google Shape;204;g366351fbcd6_0_191"/>
          <p:cNvSpPr txBox="1"/>
          <p:nvPr>
            <p:ph idx="7" type="subTitle"/>
          </p:nvPr>
        </p:nvSpPr>
        <p:spPr>
          <a:xfrm>
            <a:off x="4876800" y="5491600"/>
            <a:ext cx="2438400" cy="6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205" name="Google Shape;205;g366351fbcd6_0_191"/>
          <p:cNvSpPr txBox="1"/>
          <p:nvPr>
            <p:ph idx="8" type="title"/>
          </p:nvPr>
        </p:nvSpPr>
        <p:spPr>
          <a:xfrm>
            <a:off x="8793594" y="2642600"/>
            <a:ext cx="2438400" cy="609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206" name="Google Shape;206;g366351fbcd6_0_191"/>
          <p:cNvSpPr txBox="1"/>
          <p:nvPr>
            <p:ph idx="9" type="subTitle"/>
          </p:nvPr>
        </p:nvSpPr>
        <p:spPr>
          <a:xfrm>
            <a:off x="8793594" y="3150600"/>
            <a:ext cx="2438400" cy="6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207" name="Google Shape;207;g366351fbcd6_0_191"/>
          <p:cNvSpPr txBox="1"/>
          <p:nvPr>
            <p:ph idx="13" type="title"/>
          </p:nvPr>
        </p:nvSpPr>
        <p:spPr>
          <a:xfrm>
            <a:off x="8793594" y="4983600"/>
            <a:ext cx="2438400" cy="609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208" name="Google Shape;208;g366351fbcd6_0_191"/>
          <p:cNvSpPr txBox="1"/>
          <p:nvPr>
            <p:ph idx="14" type="subTitle"/>
          </p:nvPr>
        </p:nvSpPr>
        <p:spPr>
          <a:xfrm>
            <a:off x="8793594" y="5491600"/>
            <a:ext cx="2438400" cy="6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pic>
        <p:nvPicPr>
          <p:cNvPr id="209" name="Google Shape;209;g366351fbcd6_0_191"/>
          <p:cNvPicPr preferRelativeResize="0"/>
          <p:nvPr/>
        </p:nvPicPr>
        <p:blipFill rotWithShape="1">
          <a:blip r:embed="rId2">
            <a:alphaModFix/>
          </a:blip>
          <a:srcRect b="0" l="0" r="49914" t="50079"/>
          <a:stretch/>
        </p:blipFill>
        <p:spPr>
          <a:xfrm>
            <a:off x="9766300" y="0"/>
            <a:ext cx="2425699" cy="262766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66351fbcd6_0_191"/>
          <p:cNvSpPr txBox="1"/>
          <p:nvPr>
            <p:ph idx="15" type="title"/>
          </p:nvPr>
        </p:nvSpPr>
        <p:spPr>
          <a:xfrm>
            <a:off x="960000" y="442193"/>
            <a:ext cx="10272000" cy="8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6351fbcd6_0_206"/>
          <p:cNvSpPr txBox="1"/>
          <p:nvPr>
            <p:ph hasCustomPrompt="1" type="title"/>
          </p:nvPr>
        </p:nvSpPr>
        <p:spPr>
          <a:xfrm>
            <a:off x="2329167" y="720000"/>
            <a:ext cx="7533600" cy="110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9pPr>
          </a:lstStyle>
          <a:p>
            <a:r>
              <a:t>xx%</a:t>
            </a:r>
          </a:p>
        </p:txBody>
      </p:sp>
      <p:sp>
        <p:nvSpPr>
          <p:cNvPr id="213" name="Google Shape;213;g366351fbcd6_0_206"/>
          <p:cNvSpPr txBox="1"/>
          <p:nvPr>
            <p:ph idx="1" type="subTitle"/>
          </p:nvPr>
        </p:nvSpPr>
        <p:spPr>
          <a:xfrm>
            <a:off x="3320433" y="1885400"/>
            <a:ext cx="5551200" cy="365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4" name="Google Shape;214;g366351fbcd6_0_206"/>
          <p:cNvSpPr txBox="1"/>
          <p:nvPr>
            <p:ph hasCustomPrompt="1" idx="2" type="title"/>
          </p:nvPr>
        </p:nvSpPr>
        <p:spPr>
          <a:xfrm>
            <a:off x="2329167" y="2693989"/>
            <a:ext cx="7533600" cy="110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9pPr>
          </a:lstStyle>
          <a:p>
            <a:r>
              <a:t>xx%</a:t>
            </a:r>
          </a:p>
        </p:txBody>
      </p:sp>
      <p:sp>
        <p:nvSpPr>
          <p:cNvPr id="215" name="Google Shape;215;g366351fbcd6_0_206"/>
          <p:cNvSpPr txBox="1"/>
          <p:nvPr>
            <p:ph idx="3" type="subTitle"/>
          </p:nvPr>
        </p:nvSpPr>
        <p:spPr>
          <a:xfrm>
            <a:off x="3320433" y="3859391"/>
            <a:ext cx="5551200" cy="365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6" name="Google Shape;216;g366351fbcd6_0_206"/>
          <p:cNvSpPr txBox="1"/>
          <p:nvPr>
            <p:ph hasCustomPrompt="1" idx="4" type="title"/>
          </p:nvPr>
        </p:nvSpPr>
        <p:spPr>
          <a:xfrm>
            <a:off x="2329167" y="4667995"/>
            <a:ext cx="7533600" cy="110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9pPr>
          </a:lstStyle>
          <a:p>
            <a:r>
              <a:t>xx%</a:t>
            </a:r>
          </a:p>
        </p:txBody>
      </p:sp>
      <p:sp>
        <p:nvSpPr>
          <p:cNvPr id="217" name="Google Shape;217;g366351fbcd6_0_206"/>
          <p:cNvSpPr txBox="1"/>
          <p:nvPr>
            <p:ph idx="5" type="subTitle"/>
          </p:nvPr>
        </p:nvSpPr>
        <p:spPr>
          <a:xfrm>
            <a:off x="3320433" y="5833400"/>
            <a:ext cx="5551200" cy="365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id="218" name="Google Shape;218;g366351fbcd6_0_206"/>
          <p:cNvPicPr preferRelativeResize="0"/>
          <p:nvPr/>
        </p:nvPicPr>
        <p:blipFill rotWithShape="1">
          <a:blip r:embed="rId2">
            <a:alphaModFix/>
          </a:blip>
          <a:srcRect b="11286" l="0" r="61862" t="3016"/>
          <a:stretch/>
        </p:blipFill>
        <p:spPr>
          <a:xfrm>
            <a:off x="9383767" y="0"/>
            <a:ext cx="2808234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366351fbcd6_0_206"/>
          <p:cNvPicPr preferRelativeResize="0"/>
          <p:nvPr/>
        </p:nvPicPr>
        <p:blipFill rotWithShape="1">
          <a:blip r:embed="rId2">
            <a:alphaModFix/>
          </a:blip>
          <a:srcRect b="11286" l="0" r="61862" t="3016"/>
          <a:stretch/>
        </p:blipFill>
        <p:spPr>
          <a:xfrm flipH="1">
            <a:off x="-67" y="0"/>
            <a:ext cx="2808234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LANK_1_1_1_1_1_1_3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6351fbcd6_0_215"/>
          <p:cNvSpPr txBox="1"/>
          <p:nvPr>
            <p:ph hasCustomPrompt="1" type="title"/>
          </p:nvPr>
        </p:nvSpPr>
        <p:spPr>
          <a:xfrm>
            <a:off x="960000" y="2980317"/>
            <a:ext cx="3048000" cy="110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9pPr>
          </a:lstStyle>
          <a:p>
            <a:r>
              <a:t>xx%</a:t>
            </a:r>
          </a:p>
        </p:txBody>
      </p:sp>
      <p:sp>
        <p:nvSpPr>
          <p:cNvPr id="222" name="Google Shape;222;g366351fbcd6_0_215"/>
          <p:cNvSpPr txBox="1"/>
          <p:nvPr>
            <p:ph idx="1" type="subTitle"/>
          </p:nvPr>
        </p:nvSpPr>
        <p:spPr>
          <a:xfrm>
            <a:off x="960000" y="4186339"/>
            <a:ext cx="3048000" cy="8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223" name="Google Shape;223;g366351fbcd6_0_215"/>
          <p:cNvSpPr txBox="1"/>
          <p:nvPr>
            <p:ph hasCustomPrompt="1" idx="2" type="title"/>
          </p:nvPr>
        </p:nvSpPr>
        <p:spPr>
          <a:xfrm>
            <a:off x="4572000" y="2980300"/>
            <a:ext cx="3048000" cy="110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9pPr>
          </a:lstStyle>
          <a:p>
            <a:r>
              <a:t>xx%</a:t>
            </a:r>
          </a:p>
        </p:txBody>
      </p:sp>
      <p:sp>
        <p:nvSpPr>
          <p:cNvPr id="224" name="Google Shape;224;g366351fbcd6_0_215"/>
          <p:cNvSpPr txBox="1"/>
          <p:nvPr>
            <p:ph idx="3" type="subTitle"/>
          </p:nvPr>
        </p:nvSpPr>
        <p:spPr>
          <a:xfrm>
            <a:off x="4572000" y="4186300"/>
            <a:ext cx="3048000" cy="8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225" name="Google Shape;225;g366351fbcd6_0_215"/>
          <p:cNvSpPr txBox="1"/>
          <p:nvPr>
            <p:ph hasCustomPrompt="1" idx="4" type="title"/>
          </p:nvPr>
        </p:nvSpPr>
        <p:spPr>
          <a:xfrm>
            <a:off x="8184000" y="2980300"/>
            <a:ext cx="3048000" cy="110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9pPr>
          </a:lstStyle>
          <a:p>
            <a:r>
              <a:t>xx%</a:t>
            </a:r>
          </a:p>
        </p:txBody>
      </p:sp>
      <p:sp>
        <p:nvSpPr>
          <p:cNvPr id="226" name="Google Shape;226;g366351fbcd6_0_215"/>
          <p:cNvSpPr txBox="1"/>
          <p:nvPr>
            <p:ph idx="5" type="subTitle"/>
          </p:nvPr>
        </p:nvSpPr>
        <p:spPr>
          <a:xfrm>
            <a:off x="8184000" y="4186300"/>
            <a:ext cx="3048000" cy="8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pic>
        <p:nvPicPr>
          <p:cNvPr id="227" name="Google Shape;227;g366351fbcd6_0_215"/>
          <p:cNvPicPr preferRelativeResize="0"/>
          <p:nvPr/>
        </p:nvPicPr>
        <p:blipFill rotWithShape="1">
          <a:blip r:embed="rId2">
            <a:alphaModFix/>
          </a:blip>
          <a:srcRect b="0" l="0" r="-130" t="55052"/>
          <a:stretch/>
        </p:blipFill>
        <p:spPr>
          <a:xfrm rot="10800000">
            <a:off x="4274102" y="5086036"/>
            <a:ext cx="3645264" cy="1778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g366351fbcd6_0_223"/>
          <p:cNvPicPr preferRelativeResize="0"/>
          <p:nvPr/>
        </p:nvPicPr>
        <p:blipFill rotWithShape="1">
          <a:blip r:embed="rId2">
            <a:alphaModFix/>
          </a:blip>
          <a:srcRect b="57846" l="37845" r="0" t="0"/>
          <a:stretch/>
        </p:blipFill>
        <p:spPr>
          <a:xfrm flipH="1">
            <a:off x="4725700" y="4279200"/>
            <a:ext cx="7466312" cy="2578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66351fbcd6_0_223"/>
          <p:cNvSpPr txBox="1"/>
          <p:nvPr>
            <p:ph type="ctrTitle"/>
          </p:nvPr>
        </p:nvSpPr>
        <p:spPr>
          <a:xfrm>
            <a:off x="3239933" y="720000"/>
            <a:ext cx="5712000" cy="1330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10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231" name="Google Shape;231;g366351fbcd6_0_223"/>
          <p:cNvSpPr txBox="1"/>
          <p:nvPr>
            <p:ph idx="1" type="subTitle"/>
          </p:nvPr>
        </p:nvSpPr>
        <p:spPr>
          <a:xfrm>
            <a:off x="3997333" y="2303262"/>
            <a:ext cx="4197600" cy="1463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2" name="Google Shape;232;g366351fbcd6_0_223"/>
          <p:cNvSpPr txBox="1"/>
          <p:nvPr/>
        </p:nvSpPr>
        <p:spPr>
          <a:xfrm>
            <a:off x="3047733" y="5162800"/>
            <a:ext cx="60963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CREDITS: This presentation template was created by </a:t>
            </a:r>
            <a:r>
              <a:rPr b="1" lang="es-MX" sz="1600">
                <a:solidFill>
                  <a:schemeClr val="lt2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-MX" sz="16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, including icons by </a:t>
            </a:r>
            <a:r>
              <a:rPr b="1" lang="es-MX" sz="1600">
                <a:solidFill>
                  <a:schemeClr val="lt2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s-MX" sz="16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, infographics &amp; images by </a:t>
            </a:r>
            <a:r>
              <a:rPr b="1" lang="es-MX" sz="1600">
                <a:solidFill>
                  <a:schemeClr val="lt2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6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3" name="Google Shape;233;g366351fbcd6_0_223"/>
          <p:cNvSpPr txBox="1"/>
          <p:nvPr>
            <p:ph idx="2" type="title"/>
          </p:nvPr>
        </p:nvSpPr>
        <p:spPr>
          <a:xfrm>
            <a:off x="1325600" y="389417"/>
            <a:ext cx="1851900" cy="30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g366351fbcd6_0_229"/>
          <p:cNvPicPr preferRelativeResize="0"/>
          <p:nvPr/>
        </p:nvPicPr>
        <p:blipFill rotWithShape="1">
          <a:blip r:embed="rId2">
            <a:alphaModFix/>
          </a:blip>
          <a:srcRect b="0" l="0" r="49914" t="50079"/>
          <a:stretch/>
        </p:blipFill>
        <p:spPr>
          <a:xfrm>
            <a:off x="9766300" y="0"/>
            <a:ext cx="2425699" cy="2627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g366351fbcd6_0_231"/>
          <p:cNvPicPr preferRelativeResize="0"/>
          <p:nvPr/>
        </p:nvPicPr>
        <p:blipFill rotWithShape="1">
          <a:blip r:embed="rId2">
            <a:alphaModFix/>
          </a:blip>
          <a:srcRect b="0" l="0" r="49914" t="50079"/>
          <a:stretch/>
        </p:blipFill>
        <p:spPr>
          <a:xfrm rot="10800000">
            <a:off x="-1" y="4230332"/>
            <a:ext cx="2425699" cy="2627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LANK_1_1_1_1_1_1_1_2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g366351fbcd6_0_233"/>
          <p:cNvPicPr preferRelativeResize="0"/>
          <p:nvPr/>
        </p:nvPicPr>
        <p:blipFill rotWithShape="1">
          <a:blip r:embed="rId2">
            <a:alphaModFix/>
          </a:blip>
          <a:srcRect b="11286" l="0" r="61862" t="3016"/>
          <a:stretch/>
        </p:blipFill>
        <p:spPr>
          <a:xfrm>
            <a:off x="9383767" y="0"/>
            <a:ext cx="2808234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1">
  <p:cSld name="TITLE_1">
    <p:bg>
      <p:bgPr>
        <a:solidFill>
          <a:schemeClr val="accent3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g366351fbcd6_0_235"/>
          <p:cNvGrpSpPr/>
          <p:nvPr/>
        </p:nvGrpSpPr>
        <p:grpSpPr>
          <a:xfrm>
            <a:off x="9790426" y="4546120"/>
            <a:ext cx="2255173" cy="2310006"/>
            <a:chOff x="7343003" y="3409675"/>
            <a:chExt cx="1691422" cy="1732548"/>
          </a:xfrm>
        </p:grpSpPr>
        <p:grpSp>
          <p:nvGrpSpPr>
            <p:cNvPr id="242" name="Google Shape;242;g366351fbcd6_0_235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243" name="Google Shape;243;g366351fbcd6_0_235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g366351fbcd6_0_235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5" name="Google Shape;245;g366351fbcd6_0_235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246" name="Google Shape;246;g366351fbcd6_0_235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g366351fbcd6_0_235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g366351fbcd6_0_235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g366351fbcd6_0_235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250" name="Google Shape;250;g366351fbcd6_0_235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g366351fbcd6_0_235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g366351fbcd6_0_235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g366351fbcd6_0_235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g366351fbcd6_0_235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55" name="Google Shape;255;g366351fbcd6_0_235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g366351fbcd6_0_235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g366351fbcd6_0_235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g366351fbcd6_0_235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g366351fbcd6_0_235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60" name="Google Shape;260;g366351fbcd6_0_235"/>
          <p:cNvGrpSpPr/>
          <p:nvPr/>
        </p:nvGrpSpPr>
        <p:grpSpPr>
          <a:xfrm>
            <a:off x="6724502" y="0"/>
            <a:ext cx="5085303" cy="5118675"/>
            <a:chOff x="5043503" y="0"/>
            <a:chExt cx="3814072" cy="3839102"/>
          </a:xfrm>
        </p:grpSpPr>
        <p:sp>
          <p:nvSpPr>
            <p:cNvPr id="261" name="Google Shape;261;g366351fbcd6_0_235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g366351fbcd6_0_235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3" name="Google Shape;263;g366351fbcd6_0_235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264" name="Google Shape;264;g366351fbcd6_0_235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g366351fbcd6_0_235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g366351fbcd6_0_235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7" name="Google Shape;267;g366351fbcd6_0_235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8" name="Google Shape;268;g366351fbcd6_0_235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269" name="Google Shape;269;g366351fbcd6_0_235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g366351fbcd6_0_235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1" name="Google Shape;271;g366351fbcd6_0_235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g366351fbcd6_0_235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g366351fbcd6_0_235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g366351fbcd6_0_235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g366351fbcd6_0_235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g366351fbcd6_0_235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7" name="Google Shape;277;g366351fbcd6_0_235"/>
          <p:cNvSpPr txBox="1"/>
          <p:nvPr>
            <p:ph type="ctrTitle"/>
          </p:nvPr>
        </p:nvSpPr>
        <p:spPr>
          <a:xfrm>
            <a:off x="1098667" y="2151750"/>
            <a:ext cx="56739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8" name="Google Shape;278;g366351fbcd6_0_235"/>
          <p:cNvSpPr txBox="1"/>
          <p:nvPr>
            <p:ph idx="1" type="subTitle"/>
          </p:nvPr>
        </p:nvSpPr>
        <p:spPr>
          <a:xfrm>
            <a:off x="1098667" y="4795067"/>
            <a:ext cx="5673900" cy="927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9" name="Google Shape;279;g366351fbcd6_0_235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 sz="1900">
                <a:solidFill>
                  <a:schemeClr val="lt1"/>
                </a:solidFill>
              </a:defRPr>
            </a:lvl1pPr>
            <a:lvl2pPr lvl="1">
              <a:buNone/>
              <a:defRPr sz="1900">
                <a:solidFill>
                  <a:schemeClr val="lt1"/>
                </a:solidFill>
              </a:defRPr>
            </a:lvl2pPr>
            <a:lvl3pPr lvl="2">
              <a:buNone/>
              <a:defRPr sz="1900">
                <a:solidFill>
                  <a:schemeClr val="lt1"/>
                </a:solidFill>
              </a:defRPr>
            </a:lvl3pPr>
            <a:lvl4pPr lvl="3">
              <a:buNone/>
              <a:defRPr sz="1900">
                <a:solidFill>
                  <a:schemeClr val="lt1"/>
                </a:solidFill>
              </a:defRPr>
            </a:lvl4pPr>
            <a:lvl5pPr lvl="4">
              <a:buNone/>
              <a:defRPr sz="1900">
                <a:solidFill>
                  <a:schemeClr val="lt1"/>
                </a:solidFill>
              </a:defRPr>
            </a:lvl5pPr>
            <a:lvl6pPr lvl="5">
              <a:buNone/>
              <a:defRPr sz="1900">
                <a:solidFill>
                  <a:schemeClr val="lt1"/>
                </a:solidFill>
              </a:defRPr>
            </a:lvl6pPr>
            <a:lvl7pPr lvl="6">
              <a:buNone/>
              <a:defRPr sz="1900">
                <a:solidFill>
                  <a:schemeClr val="lt1"/>
                </a:solidFill>
              </a:defRPr>
            </a:lvl7pPr>
            <a:lvl8pPr lvl="7">
              <a:buNone/>
              <a:defRPr sz="1900">
                <a:solidFill>
                  <a:schemeClr val="lt1"/>
                </a:solidFill>
              </a:defRPr>
            </a:lvl8pPr>
            <a:lvl9pPr lvl="8">
              <a:buNone/>
              <a:defRPr sz="1900"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TITLE_2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66351fbcd6_0_275"/>
          <p:cNvSpPr txBox="1"/>
          <p:nvPr>
            <p:ph type="ctrTitle"/>
          </p:nvPr>
        </p:nvSpPr>
        <p:spPr>
          <a:xfrm>
            <a:off x="914400" y="2130425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sp>
        <p:nvSpPr>
          <p:cNvPr id="282" name="Google Shape;282;g366351fbcd6_0_275"/>
          <p:cNvSpPr txBox="1"/>
          <p:nvPr>
            <p:ph idx="1" type="subTitle"/>
          </p:nvPr>
        </p:nvSpPr>
        <p:spPr>
          <a:xfrm>
            <a:off x="1828800" y="3886200"/>
            <a:ext cx="85344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lvl="0" algn="ctr"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100"/>
              </a:spcBef>
              <a:spcAft>
                <a:spcPts val="210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3" name="Google Shape;283;g366351fbcd6_0_275"/>
          <p:cNvSpPr txBox="1"/>
          <p:nvPr>
            <p:ph idx="10" type="dt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sp>
        <p:nvSpPr>
          <p:cNvPr id="284" name="Google Shape;284;g366351fbcd6_0_275"/>
          <p:cNvSpPr txBox="1"/>
          <p:nvPr>
            <p:ph idx="11" type="ftr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sp>
        <p:nvSpPr>
          <p:cNvPr id="285" name="Google Shape;285;g366351fbcd6_0_275"/>
          <p:cNvSpPr txBox="1"/>
          <p:nvPr>
            <p:ph idx="12" type="sldNum"/>
          </p:nvPr>
        </p:nvSpPr>
        <p:spPr>
          <a:xfrm>
            <a:off x="8737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 sz="1900"/>
            </a:lvl1pPr>
            <a:lvl2pPr indent="0" lvl="1" marL="0" algn="r">
              <a:spcBef>
                <a:spcPts val="0"/>
              </a:spcBef>
              <a:buNone/>
              <a:defRPr sz="1900"/>
            </a:lvl2pPr>
            <a:lvl3pPr indent="0" lvl="2" marL="0" algn="r">
              <a:spcBef>
                <a:spcPts val="0"/>
              </a:spcBef>
              <a:buNone/>
              <a:defRPr sz="1900"/>
            </a:lvl3pPr>
            <a:lvl4pPr indent="0" lvl="3" marL="0" algn="r">
              <a:spcBef>
                <a:spcPts val="0"/>
              </a:spcBef>
              <a:buNone/>
              <a:defRPr sz="1900"/>
            </a:lvl4pPr>
            <a:lvl5pPr indent="0" lvl="4" marL="0" algn="r">
              <a:spcBef>
                <a:spcPts val="0"/>
              </a:spcBef>
              <a:buNone/>
              <a:defRPr sz="1900"/>
            </a:lvl5pPr>
            <a:lvl6pPr indent="0" lvl="5" marL="0" algn="r">
              <a:spcBef>
                <a:spcPts val="0"/>
              </a:spcBef>
              <a:buNone/>
              <a:defRPr sz="1900"/>
            </a:lvl6pPr>
            <a:lvl7pPr indent="0" lvl="6" marL="0" algn="r">
              <a:spcBef>
                <a:spcPts val="0"/>
              </a:spcBef>
              <a:buNone/>
              <a:defRPr sz="1900"/>
            </a:lvl7pPr>
            <a:lvl8pPr indent="0" lvl="7" marL="0" algn="r">
              <a:spcBef>
                <a:spcPts val="0"/>
              </a:spcBef>
              <a:buNone/>
              <a:defRPr sz="1900"/>
            </a:lvl8pPr>
            <a:lvl9pPr indent="0" lvl="8" marL="0" algn="r">
              <a:spcBef>
                <a:spcPts val="0"/>
              </a:spcBef>
              <a:buNone/>
              <a:defRPr sz="1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6351fbcd6_0_281"/>
          <p:cNvSpPr txBox="1"/>
          <p:nvPr>
            <p:ph type="title"/>
          </p:nvPr>
        </p:nvSpPr>
        <p:spPr>
          <a:xfrm>
            <a:off x="609600" y="274638"/>
            <a:ext cx="109728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sp>
        <p:nvSpPr>
          <p:cNvPr id="288" name="Google Shape;288;g366351fbcd6_0_281"/>
          <p:cNvSpPr txBox="1"/>
          <p:nvPr>
            <p:ph idx="1" type="body"/>
          </p:nvPr>
        </p:nvSpPr>
        <p:spPr>
          <a:xfrm>
            <a:off x="566359" y="1839060"/>
            <a:ext cx="10160100" cy="480090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EFEFEF">
                <a:alpha val="50000"/>
              </a:srgbClr>
            </a:outerShdw>
            <a:reflection blurRad="0" dir="5400000" dist="50800" endA="0" fadeDir="5400012" kx="0" rotWithShape="0" algn="bl" stPos="0" sy="-100000" ky="0"/>
          </a:effectLst>
        </p:spPr>
        <p:txBody>
          <a:bodyPr anchorCtr="0" anchor="t" bIns="60925" lIns="121900" spcFirstLastPara="1" rIns="121900" wrap="square" tIns="60925">
            <a:normAutofit/>
          </a:bodyPr>
          <a:lstStyle>
            <a:lvl1pPr indent="-381000" lvl="0" marL="4572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700"/>
            </a:lvl1pPr>
            <a:lvl2pPr indent="-381000" lvl="1" marL="914400" algn="l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/>
            </a:lvl2pPr>
            <a:lvl3pPr indent="-381000" lvl="2" marL="1371600" algn="l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/>
            </a:lvl3pPr>
            <a:lvl4pPr indent="-381000" lvl="3" marL="1828800" algn="l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/>
            </a:lvl4pPr>
            <a:lvl5pPr indent="-381000" lvl="4" marL="2286000" algn="l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/>
            </a:lvl5pPr>
            <a:lvl6pPr indent="-381000" lvl="5" marL="2743200" algn="l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/>
            </a:lvl6pPr>
            <a:lvl7pPr indent="-381000" lvl="6" marL="3200400" algn="l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/>
            </a:lvl7pPr>
            <a:lvl8pPr indent="-381000" lvl="7" marL="3657600" algn="l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/>
            </a:lvl8pPr>
            <a:lvl9pPr indent="-381000" lvl="8" marL="4114800" algn="l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2400"/>
              <a:buChar char="■"/>
              <a:defRPr/>
            </a:lvl9pPr>
          </a:lstStyle>
          <a:p/>
        </p:txBody>
      </p:sp>
      <p:sp>
        <p:nvSpPr>
          <p:cNvPr id="289" name="Google Shape;289;g366351fbcd6_0_281"/>
          <p:cNvSpPr txBox="1"/>
          <p:nvPr>
            <p:ph idx="10" type="dt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sp>
        <p:nvSpPr>
          <p:cNvPr id="290" name="Google Shape;290;g366351fbcd6_0_281"/>
          <p:cNvSpPr txBox="1"/>
          <p:nvPr>
            <p:ph idx="11" type="ftr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sp>
        <p:nvSpPr>
          <p:cNvPr id="291" name="Google Shape;291;g366351fbcd6_0_281"/>
          <p:cNvSpPr txBox="1"/>
          <p:nvPr>
            <p:ph idx="12" type="sldNum"/>
          </p:nvPr>
        </p:nvSpPr>
        <p:spPr>
          <a:xfrm>
            <a:off x="8737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 sz="1900"/>
            </a:lvl1pPr>
            <a:lvl2pPr indent="0" lvl="1" marL="0" algn="r">
              <a:spcBef>
                <a:spcPts val="0"/>
              </a:spcBef>
              <a:buNone/>
              <a:defRPr sz="1900"/>
            </a:lvl2pPr>
            <a:lvl3pPr indent="0" lvl="2" marL="0" algn="r">
              <a:spcBef>
                <a:spcPts val="0"/>
              </a:spcBef>
              <a:buNone/>
              <a:defRPr sz="1900"/>
            </a:lvl3pPr>
            <a:lvl4pPr indent="0" lvl="3" marL="0" algn="r">
              <a:spcBef>
                <a:spcPts val="0"/>
              </a:spcBef>
              <a:buNone/>
              <a:defRPr sz="1900"/>
            </a:lvl4pPr>
            <a:lvl5pPr indent="0" lvl="4" marL="0" algn="r">
              <a:spcBef>
                <a:spcPts val="0"/>
              </a:spcBef>
              <a:buNone/>
              <a:defRPr sz="1900"/>
            </a:lvl5pPr>
            <a:lvl6pPr indent="0" lvl="5" marL="0" algn="r">
              <a:spcBef>
                <a:spcPts val="0"/>
              </a:spcBef>
              <a:buNone/>
              <a:defRPr sz="1900"/>
            </a:lvl6pPr>
            <a:lvl7pPr indent="0" lvl="6" marL="0" algn="r">
              <a:spcBef>
                <a:spcPts val="0"/>
              </a:spcBef>
              <a:buNone/>
              <a:defRPr sz="1900"/>
            </a:lvl7pPr>
            <a:lvl8pPr indent="0" lvl="7" marL="0" algn="r">
              <a:spcBef>
                <a:spcPts val="0"/>
              </a:spcBef>
              <a:buNone/>
              <a:defRPr sz="1900"/>
            </a:lvl8pPr>
            <a:lvl9pPr indent="0" lvl="8" marL="0" algn="r">
              <a:spcBef>
                <a:spcPts val="0"/>
              </a:spcBef>
              <a:buNone/>
              <a:defRPr sz="1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2">
  <p:cSld name="TITLE_3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66351fbcd6_0_287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294" name="Google Shape;294;g366351fbcd6_0_287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295" name="Google Shape;295;g366351fbcd6_0_28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66351fbcd6_0_29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sp>
        <p:nvSpPr>
          <p:cNvPr id="298" name="Google Shape;298;g366351fbcd6_0_29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99" name="Google Shape;299;g366351fbcd6_0_29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g366351fbcd6_0_29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g366351fbcd6_0_29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43" Type="http://schemas.openxmlformats.org/officeDocument/2006/relationships/theme" Target="../theme/theme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003585"/>
            </a:gs>
            <a:gs pos="100000">
              <a:srgbClr val="010101"/>
            </a:gs>
          </a:gsLst>
          <a:lin ang="16200038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66351fbcd6_0_0"/>
          <p:cNvSpPr txBox="1"/>
          <p:nvPr>
            <p:ph type="title"/>
          </p:nvPr>
        </p:nvSpPr>
        <p:spPr>
          <a:xfrm>
            <a:off x="960000" y="442193"/>
            <a:ext cx="102720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Archivo"/>
              <a:buNone/>
              <a:defRPr b="1" sz="47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Archivo"/>
              <a:buNone/>
              <a:defRPr b="1" sz="47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Archivo"/>
              <a:buNone/>
              <a:defRPr b="1" sz="47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Archivo"/>
              <a:buNone/>
              <a:defRPr b="1" sz="47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Archivo"/>
              <a:buNone/>
              <a:defRPr b="1" sz="47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Archivo"/>
              <a:buNone/>
              <a:defRPr b="1" sz="47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Archivo"/>
              <a:buNone/>
              <a:defRPr b="1" sz="47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Archivo"/>
              <a:buNone/>
              <a:defRPr b="1" sz="47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Archivo"/>
              <a:buNone/>
              <a:defRPr b="1" sz="47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7" name="Google Shape;7;g366351fbcd6_0_0"/>
          <p:cNvSpPr txBox="1"/>
          <p:nvPr>
            <p:ph idx="1" type="body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chivo"/>
              <a:buChar char="●"/>
              <a:defRPr sz="19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49250" lvl="1" marL="91440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chivo"/>
              <a:buChar char="○"/>
              <a:defRPr sz="19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49250" lvl="2" marL="137160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chivo"/>
              <a:buChar char="■"/>
              <a:defRPr sz="19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49250" lvl="3" marL="182880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chivo"/>
              <a:buChar char="●"/>
              <a:defRPr sz="19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49250" lvl="4" marL="228600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chivo"/>
              <a:buChar char="○"/>
              <a:defRPr sz="19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49250" lvl="5" marL="274320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chivo"/>
              <a:buChar char="■"/>
              <a:defRPr sz="19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49250" lvl="6" marL="320040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chivo"/>
              <a:buChar char="●"/>
              <a:defRPr sz="19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49250" lvl="7" marL="365760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chivo"/>
              <a:buChar char="○"/>
              <a:defRPr sz="19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49250" lvl="8" marL="411480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chemeClr val="lt2"/>
              </a:buClr>
              <a:buSzPts val="1900"/>
              <a:buFont typeface="Archivo"/>
              <a:buChar char="■"/>
              <a:defRPr sz="19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66351fbcd6_0_297"/>
          <p:cNvSpPr txBox="1"/>
          <p:nvPr>
            <p:ph type="ctrTitle"/>
          </p:nvPr>
        </p:nvSpPr>
        <p:spPr>
          <a:xfrm>
            <a:off x="960033" y="521800"/>
            <a:ext cx="10272000" cy="2907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2298700" marR="2743200" rtl="0" algn="ctr">
              <a:lnSpc>
                <a:spcPct val="13375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MX" sz="2700"/>
              <a:t>PROYECTO FINAL</a:t>
            </a:r>
            <a:endParaRPr sz="2700"/>
          </a:p>
          <a:p>
            <a:pPr indent="0" lvl="0" marL="2298700" marR="2743200" rtl="0" algn="ctr">
              <a:lnSpc>
                <a:spcPct val="13375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MX" sz="3000"/>
              <a:t>Medidor de calidad de energía</a:t>
            </a:r>
            <a:endParaRPr sz="3000"/>
          </a:p>
        </p:txBody>
      </p:sp>
      <p:sp>
        <p:nvSpPr>
          <p:cNvPr id="307" name="Google Shape;307;g366351fbcd6_0_297"/>
          <p:cNvSpPr txBox="1"/>
          <p:nvPr>
            <p:ph idx="2" type="title"/>
          </p:nvPr>
        </p:nvSpPr>
        <p:spPr>
          <a:xfrm>
            <a:off x="8093867" y="3850467"/>
            <a:ext cx="3698100" cy="2428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300"/>
              <a:t>Integrantes: 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-450850" lvl="0" marL="6096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s-MX" sz="2300"/>
              <a:t>Nicolas Fernandez</a:t>
            </a:r>
            <a:endParaRPr sz="2300"/>
          </a:p>
          <a:p>
            <a:pPr indent="-450850" lvl="0" marL="6096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s-MX" sz="2300"/>
              <a:t>Sergio Pereira</a:t>
            </a:r>
            <a:endParaRPr sz="2300"/>
          </a:p>
          <a:p>
            <a:pPr indent="-450850" lvl="0" marL="6096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s-MX" sz="2300"/>
              <a:t>Alexander Monsech</a:t>
            </a:r>
            <a:endParaRPr sz="2300"/>
          </a:p>
          <a:p>
            <a:pPr indent="-450850" lvl="0" marL="6096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s-MX" sz="2300"/>
              <a:t>Carlos Warzyca</a:t>
            </a:r>
            <a:endParaRPr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"/>
          <p:cNvSpPr txBox="1"/>
          <p:nvPr>
            <p:ph type="title"/>
          </p:nvPr>
        </p:nvSpPr>
        <p:spPr>
          <a:xfrm>
            <a:off x="1422300" y="300150"/>
            <a:ext cx="85062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/>
              <a:t>Temario</a:t>
            </a:r>
            <a:endParaRPr/>
          </a:p>
        </p:txBody>
      </p:sp>
      <p:sp>
        <p:nvSpPr>
          <p:cNvPr id="313" name="Google Shape;313;p2"/>
          <p:cNvSpPr txBox="1"/>
          <p:nvPr/>
        </p:nvSpPr>
        <p:spPr>
          <a:xfrm>
            <a:off x="1798775" y="2029650"/>
            <a:ext cx="9050400" cy="3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82600" lvl="0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chivo"/>
              <a:buAutoNum type="arabicPeriod"/>
            </a:pPr>
            <a:r>
              <a:rPr lang="es-MX" sz="27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Descripción</a:t>
            </a:r>
            <a:endParaRPr sz="27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82600" lvl="0" marL="2743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chivo"/>
              <a:buAutoNum type="arabicPeriod"/>
            </a:pPr>
            <a:r>
              <a:rPr lang="es-MX" sz="27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Información general</a:t>
            </a:r>
            <a:endParaRPr sz="27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82600" lvl="0" marL="2743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chivo"/>
              <a:buAutoNum type="arabicPeriod"/>
            </a:pPr>
            <a:r>
              <a:rPr lang="es-MX" sz="27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Diagrama en bloques</a:t>
            </a:r>
            <a:endParaRPr sz="27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82600" lvl="0" marL="2743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chivo"/>
              <a:buAutoNum type="arabicPeriod"/>
            </a:pPr>
            <a:r>
              <a:rPr lang="es-MX" sz="27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Descripción del diagrama en bloques</a:t>
            </a:r>
            <a:endParaRPr sz="27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57200" lvl="0" marL="2743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chivo"/>
              <a:buAutoNum type="arabicPeriod"/>
            </a:pPr>
            <a:r>
              <a:rPr lang="es-MX" sz="27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Análisis de mercado</a:t>
            </a:r>
            <a:endParaRPr sz="27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57200" lvl="0" marL="274320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lt2"/>
              </a:buClr>
              <a:buSzPts val="2400"/>
              <a:buFont typeface="Archivo"/>
              <a:buAutoNum type="arabicPeriod"/>
            </a:pPr>
            <a:r>
              <a:rPr lang="es-MX" sz="27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Alcance </a:t>
            </a:r>
            <a:endParaRPr sz="19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"/>
          <p:cNvSpPr txBox="1"/>
          <p:nvPr>
            <p:ph type="title"/>
          </p:nvPr>
        </p:nvSpPr>
        <p:spPr>
          <a:xfrm>
            <a:off x="609600" y="274638"/>
            <a:ext cx="109728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/>
              <a:t>1.Descripción</a:t>
            </a:r>
            <a:endParaRPr/>
          </a:p>
        </p:txBody>
      </p:sp>
      <p:sp>
        <p:nvSpPr>
          <p:cNvPr id="319" name="Google Shape;319;p3"/>
          <p:cNvSpPr txBox="1"/>
          <p:nvPr>
            <p:ph idx="1" type="body"/>
          </p:nvPr>
        </p:nvSpPr>
        <p:spPr>
          <a:xfrm>
            <a:off x="1435056" y="1800835"/>
            <a:ext cx="10160100" cy="4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2100"/>
              </a:spcAft>
              <a:buClr>
                <a:schemeClr val="dk1"/>
              </a:buClr>
              <a:buSzPts val="2800"/>
              <a:buNone/>
            </a:pPr>
            <a:r>
              <a:rPr lang="es-MX"/>
              <a:t>Se presenta una solución integral para industrias que permite la medición de tensión, corriente, potencia y otros parámetros eléctricos relevantes para una correcta calidad de energía en una red eléctrica. Esta herramienta permite </a:t>
            </a:r>
            <a:r>
              <a:rPr lang="es-MX"/>
              <a:t>optimizar</a:t>
            </a:r>
            <a:r>
              <a:rPr lang="es-MX"/>
              <a:t> el rendimiento energético, mejorar la eficiencia, proporcionar mayor seguridad eléctrica y facilitar un control más preciso del consumo.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"/>
          <p:cNvSpPr txBox="1"/>
          <p:nvPr>
            <p:ph type="title"/>
          </p:nvPr>
        </p:nvSpPr>
        <p:spPr>
          <a:xfrm>
            <a:off x="609600" y="274638"/>
            <a:ext cx="109728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/>
              <a:t>2.Información general</a:t>
            </a:r>
            <a:endParaRPr/>
          </a:p>
        </p:txBody>
      </p:sp>
      <p:sp>
        <p:nvSpPr>
          <p:cNvPr id="325" name="Google Shape;325;p4"/>
          <p:cNvSpPr txBox="1"/>
          <p:nvPr>
            <p:ph idx="1" type="body"/>
          </p:nvPr>
        </p:nvSpPr>
        <p:spPr>
          <a:xfrm>
            <a:off x="1015959" y="1800835"/>
            <a:ext cx="10160100" cy="4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2100"/>
              </a:spcAft>
              <a:buClr>
                <a:schemeClr val="dk1"/>
              </a:buClr>
              <a:buSzPts val="2800"/>
              <a:buNone/>
            </a:pPr>
            <a:r>
              <a:rPr lang="es-MX"/>
              <a:t>El multimedidor tendrá la capacidad de muestrear tensión y corriente, a partir de los cuales calculará parámetros fundamentales como potencia, factor de potencia, frecuencia, distorsión armónica total (THD), así como cargas activa y reactiva. Las mediciones podrán enviarse a un servidor web, donde se visualizarán en forma de gráficos dinámicos. A diferencia de equipos comerciales de alta gama, este diseño se orienta a brindar una solución práctica y accesible, integrando además un sistema de protección con corte automático por sobretensión o sobrecorriente, resguardando tanto la instalación eléctrica como los equipos conectados.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"/>
          <p:cNvSpPr txBox="1"/>
          <p:nvPr>
            <p:ph type="title"/>
          </p:nvPr>
        </p:nvSpPr>
        <p:spPr>
          <a:xfrm>
            <a:off x="609600" y="274638"/>
            <a:ext cx="109728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MX"/>
              <a:t>3.Diagrama en bloques</a:t>
            </a:r>
            <a:endParaRPr/>
          </a:p>
        </p:txBody>
      </p:sp>
      <p:sp>
        <p:nvSpPr>
          <p:cNvPr id="331" name="Google Shape;331;p5"/>
          <p:cNvSpPr/>
          <p:nvPr/>
        </p:nvSpPr>
        <p:spPr>
          <a:xfrm>
            <a:off x="1026160" y="3479165"/>
            <a:ext cx="1419860" cy="59880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 eléctrica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5"/>
          <p:cNvSpPr/>
          <p:nvPr/>
        </p:nvSpPr>
        <p:spPr>
          <a:xfrm>
            <a:off x="2659380" y="3479165"/>
            <a:ext cx="1442720" cy="59880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Sensado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5"/>
          <p:cNvSpPr/>
          <p:nvPr/>
        </p:nvSpPr>
        <p:spPr>
          <a:xfrm>
            <a:off x="4377055" y="3479165"/>
            <a:ext cx="1285875" cy="59880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Conversor A/D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5"/>
          <p:cNvSpPr/>
          <p:nvPr/>
        </p:nvSpPr>
        <p:spPr>
          <a:xfrm>
            <a:off x="5892165" y="3479165"/>
            <a:ext cx="1894205" cy="59880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Microcontrolador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5"/>
          <p:cNvSpPr/>
          <p:nvPr/>
        </p:nvSpPr>
        <p:spPr>
          <a:xfrm>
            <a:off x="5051425" y="2282825"/>
            <a:ext cx="1364615" cy="76581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Botonera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5"/>
          <p:cNvSpPr/>
          <p:nvPr/>
        </p:nvSpPr>
        <p:spPr>
          <a:xfrm>
            <a:off x="4434840" y="4509135"/>
            <a:ext cx="1894205" cy="79565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Pantalla HMI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5"/>
          <p:cNvSpPr/>
          <p:nvPr/>
        </p:nvSpPr>
        <p:spPr>
          <a:xfrm>
            <a:off x="7454265" y="3107690"/>
            <a:ext cx="693420" cy="619125"/>
          </a:xfrm>
          <a:prstGeom prst="blockArc">
            <a:avLst>
              <a:gd fmla="val 16087721" name="adj1"/>
              <a:gd fmla="val 179363" name="adj2"/>
              <a:gd fmla="val 8681" name="adj3"/>
            </a:avLst>
          </a:prstGeom>
          <a:solidFill>
            <a:schemeClr val="accent1"/>
          </a:solidFill>
          <a:ln cap="flat" cmpd="sng" w="12700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5"/>
          <p:cNvSpPr/>
          <p:nvPr/>
        </p:nvSpPr>
        <p:spPr>
          <a:xfrm>
            <a:off x="7263130" y="2925445"/>
            <a:ext cx="1075690" cy="957580"/>
          </a:xfrm>
          <a:prstGeom prst="blockArc">
            <a:avLst>
              <a:gd fmla="val 16087721" name="adj1"/>
              <a:gd fmla="val 169008" name="adj2"/>
              <a:gd fmla="val 5548" name="adj3"/>
            </a:avLst>
          </a:prstGeom>
          <a:solidFill>
            <a:schemeClr val="accent1"/>
          </a:solidFill>
          <a:ln cap="flat" cmpd="sng" w="12700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5"/>
          <p:cNvSpPr/>
          <p:nvPr/>
        </p:nvSpPr>
        <p:spPr>
          <a:xfrm>
            <a:off x="7031990" y="2747645"/>
            <a:ext cx="1487805" cy="1339850"/>
          </a:xfrm>
          <a:prstGeom prst="blockArc">
            <a:avLst>
              <a:gd fmla="val 16260911" name="adj1"/>
              <a:gd fmla="val 68095" name="adj2"/>
              <a:gd fmla="val 3486" name="adj3"/>
            </a:avLst>
          </a:prstGeom>
          <a:solidFill>
            <a:schemeClr val="accent1"/>
          </a:solidFill>
          <a:ln cap="flat" cmpd="sng" w="12700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5"/>
          <p:cNvSpPr/>
          <p:nvPr/>
        </p:nvSpPr>
        <p:spPr>
          <a:xfrm>
            <a:off x="7798435" y="3303270"/>
            <a:ext cx="147320" cy="14732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5"/>
          <p:cNvCxnSpPr/>
          <p:nvPr/>
        </p:nvCxnSpPr>
        <p:spPr>
          <a:xfrm>
            <a:off x="6029325" y="3033395"/>
            <a:ext cx="0" cy="447675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42" name="Google Shape;342;p5"/>
          <p:cNvCxnSpPr>
            <a:stCxn id="331" idx="3"/>
            <a:endCxn id="332" idx="1"/>
          </p:cNvCxnSpPr>
          <p:nvPr/>
        </p:nvCxnSpPr>
        <p:spPr>
          <a:xfrm>
            <a:off x="2446020" y="3778568"/>
            <a:ext cx="2133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43" name="Google Shape;343;p5"/>
          <p:cNvCxnSpPr>
            <a:stCxn id="332" idx="3"/>
            <a:endCxn id="333" idx="1"/>
          </p:cNvCxnSpPr>
          <p:nvPr/>
        </p:nvCxnSpPr>
        <p:spPr>
          <a:xfrm>
            <a:off x="4102100" y="3778568"/>
            <a:ext cx="2751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44" name="Google Shape;344;p5"/>
          <p:cNvCxnSpPr>
            <a:stCxn id="333" idx="3"/>
            <a:endCxn id="334" idx="1"/>
          </p:cNvCxnSpPr>
          <p:nvPr/>
        </p:nvCxnSpPr>
        <p:spPr>
          <a:xfrm>
            <a:off x="5662930" y="3778568"/>
            <a:ext cx="2292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45" name="Google Shape;345;p5"/>
          <p:cNvCxnSpPr/>
          <p:nvPr/>
        </p:nvCxnSpPr>
        <p:spPr>
          <a:xfrm>
            <a:off x="6048375" y="4071620"/>
            <a:ext cx="0" cy="409575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346" name="Google Shape;346;p5"/>
          <p:cNvSpPr/>
          <p:nvPr/>
        </p:nvSpPr>
        <p:spPr>
          <a:xfrm>
            <a:off x="8712200" y="3488690"/>
            <a:ext cx="1371600" cy="59880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Batería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5"/>
          <p:cNvCxnSpPr>
            <a:stCxn id="346" idx="1"/>
            <a:endCxn id="334" idx="3"/>
          </p:cNvCxnSpPr>
          <p:nvPr/>
        </p:nvCxnSpPr>
        <p:spPr>
          <a:xfrm rot="10800000">
            <a:off x="7786400" y="3778493"/>
            <a:ext cx="925800" cy="96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348" name="Google Shape;348;p5"/>
          <p:cNvSpPr/>
          <p:nvPr/>
        </p:nvSpPr>
        <p:spPr>
          <a:xfrm>
            <a:off x="6705600" y="4509135"/>
            <a:ext cx="1428750" cy="79629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Control de corte (relé y contactor)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9" name="Google Shape;349;p5"/>
          <p:cNvCxnSpPr>
            <a:endCxn id="348" idx="0"/>
          </p:cNvCxnSpPr>
          <p:nvPr/>
        </p:nvCxnSpPr>
        <p:spPr>
          <a:xfrm>
            <a:off x="7410375" y="4076835"/>
            <a:ext cx="9600" cy="4323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350" name="Google Shape;350;p5"/>
          <p:cNvSpPr/>
          <p:nvPr/>
        </p:nvSpPr>
        <p:spPr>
          <a:xfrm>
            <a:off x="6553200" y="2286635"/>
            <a:ext cx="1151890" cy="76962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Memoria SD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5"/>
          <p:cNvCxnSpPr>
            <a:stCxn id="350" idx="2"/>
          </p:cNvCxnSpPr>
          <p:nvPr/>
        </p:nvCxnSpPr>
        <p:spPr>
          <a:xfrm flipH="1">
            <a:off x="7124645" y="3056255"/>
            <a:ext cx="4500" cy="4107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352" name="Google Shape;352;p5"/>
          <p:cNvSpPr/>
          <p:nvPr/>
        </p:nvSpPr>
        <p:spPr>
          <a:xfrm>
            <a:off x="8601075" y="4509135"/>
            <a:ext cx="1482725" cy="79629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Modulo RTC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3" name="Google Shape;353;p5"/>
          <p:cNvCxnSpPr/>
          <p:nvPr/>
        </p:nvCxnSpPr>
        <p:spPr>
          <a:xfrm>
            <a:off x="7762875" y="4048125"/>
            <a:ext cx="885825" cy="52832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"/>
          <p:cNvSpPr txBox="1"/>
          <p:nvPr>
            <p:ph type="title"/>
          </p:nvPr>
        </p:nvSpPr>
        <p:spPr>
          <a:xfrm>
            <a:off x="609600" y="274638"/>
            <a:ext cx="109728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3617"/>
              <a:buFont typeface="Calibri"/>
              <a:buNone/>
            </a:pPr>
            <a:r>
              <a:rPr lang="es-MX"/>
              <a:t>4.Descripción del diagrama en bloques</a:t>
            </a:r>
            <a:endParaRPr/>
          </a:p>
        </p:txBody>
      </p:sp>
      <p:sp>
        <p:nvSpPr>
          <p:cNvPr id="359" name="Google Shape;359;p6"/>
          <p:cNvSpPr txBox="1"/>
          <p:nvPr/>
        </p:nvSpPr>
        <p:spPr>
          <a:xfrm>
            <a:off x="1016250" y="1417950"/>
            <a:ext cx="101595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81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chivo"/>
              <a:buChar char="○"/>
            </a:pPr>
            <a:r>
              <a:rPr lang="es-MX" sz="2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Red eléctrica: objetivo de medición, red monofásica o trifásica.</a:t>
            </a:r>
            <a:endParaRPr sz="20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381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chivo"/>
              <a:buChar char="○"/>
            </a:pPr>
            <a:r>
              <a:rPr lang="es-MX" sz="2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Senado: Sensado de tensión y corriente por efecto Hall.</a:t>
            </a:r>
            <a:endParaRPr sz="20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381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chivo"/>
              <a:buChar char="○"/>
            </a:pPr>
            <a:r>
              <a:rPr lang="es-MX" sz="2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Conversor A/D: Conversión de los valores medidos, puede ser estar integrado en el micro (ver)</a:t>
            </a:r>
            <a:endParaRPr sz="20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381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chivo"/>
              <a:buChar char="○"/>
            </a:pPr>
            <a:r>
              <a:rPr lang="es-MX" sz="2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Microcontrolador (ESP32): Recibe y convierte los valores sensados, controla la pantalla, botonera, entrega los datos al web service.</a:t>
            </a:r>
            <a:endParaRPr sz="20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381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chivo"/>
              <a:buChar char="○"/>
            </a:pPr>
            <a:r>
              <a:rPr lang="es-MX" sz="2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Pantalla: Muestreo de las opciones, información y datos del equipo.</a:t>
            </a:r>
            <a:endParaRPr sz="20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381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chivo"/>
              <a:buChar char="○"/>
            </a:pPr>
            <a:r>
              <a:rPr lang="es-MX" sz="2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Botonera: Control del equipo de forma física.</a:t>
            </a:r>
            <a:endParaRPr sz="20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381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chivo"/>
              <a:buChar char="○"/>
            </a:pPr>
            <a:r>
              <a:rPr lang="es-MX" sz="2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Control de corte: Corte o activación del servicio por seguridad.</a:t>
            </a:r>
            <a:endParaRPr sz="20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381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chivo"/>
              <a:buChar char="○"/>
            </a:pPr>
            <a:r>
              <a:rPr lang="es-MX" sz="2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Micro SD: Almacenamiento de logs, cambios en la configuración fecha y hora.</a:t>
            </a:r>
            <a:endParaRPr sz="20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381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chivo"/>
              <a:buChar char="○"/>
            </a:pPr>
            <a:r>
              <a:rPr lang="es-MX" sz="2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Batería: Proporciona autonomía y la posibilidad de reestablecer el servicio una vez normalizados los niveles de tensión o corriente.</a:t>
            </a:r>
            <a:endParaRPr sz="20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38150" lvl="0" marL="457200" rtl="0" algn="l">
              <a:lnSpc>
                <a:spcPct val="90000"/>
              </a:lnSpc>
              <a:spcBef>
                <a:spcPts val="1000"/>
              </a:spcBef>
              <a:spcAft>
                <a:spcPts val="2100"/>
              </a:spcAft>
              <a:buClr>
                <a:schemeClr val="lt2"/>
              </a:buClr>
              <a:buSzPts val="2100"/>
              <a:buFont typeface="Archivo"/>
              <a:buChar char="○"/>
            </a:pPr>
            <a:r>
              <a:rPr lang="es-MX" sz="2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RTC: Proporciona fecha y hora para permitir un mejor control.</a:t>
            </a:r>
            <a:endParaRPr sz="12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81933da364_1_0"/>
          <p:cNvSpPr txBox="1"/>
          <p:nvPr>
            <p:ph type="title"/>
          </p:nvPr>
        </p:nvSpPr>
        <p:spPr>
          <a:xfrm>
            <a:off x="609600" y="1303038"/>
            <a:ext cx="10972800" cy="1143300"/>
          </a:xfrm>
          <a:prstGeom prst="rect">
            <a:avLst/>
          </a:prstGeom>
        </p:spPr>
        <p:txBody>
          <a:bodyPr anchorCtr="0" anchor="ctr" bIns="60925" lIns="121900" spcFirstLastPara="1" rIns="121900" wrap="square" tIns="609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/>
              <a:t>Comparación con equipo comercial (FLUKE-1775)</a:t>
            </a:r>
            <a:endParaRPr sz="3600"/>
          </a:p>
        </p:txBody>
      </p:sp>
      <p:sp>
        <p:nvSpPr>
          <p:cNvPr id="365" name="Google Shape;365;g381933da364_1_0"/>
          <p:cNvSpPr txBox="1"/>
          <p:nvPr/>
        </p:nvSpPr>
        <p:spPr>
          <a:xfrm>
            <a:off x="447575" y="2240400"/>
            <a:ext cx="72915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2100"/>
              </a:spcAft>
              <a:buNone/>
            </a:pPr>
            <a:r>
              <a:rPr lang="es-MX" sz="24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El medidor de calidad de energía desarrollado comparte varias de las funciones esenciales de un analizador comercial, como la medición de tensiones y corrientes en sistemas trifásicos, registro de datos y capacidad de detección de eventos de red. Si bien equipos como el Fluke 1775 ofrecen alta resolución y certificación bajo normas internacionales, nuestro prototipo se orienta a una solución de diseño modular y escalable, que facilita su adaptación a diferentes escenarios de uso y deja abierta la incorporación de mejoras en futuras etapas de desarrollo.</a:t>
            </a:r>
            <a:endParaRPr sz="19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6" name="Google Shape;366;g381933da364_1_0"/>
          <p:cNvSpPr txBox="1"/>
          <p:nvPr>
            <p:ph type="title"/>
          </p:nvPr>
        </p:nvSpPr>
        <p:spPr>
          <a:xfrm>
            <a:off x="609600" y="159738"/>
            <a:ext cx="10972800" cy="1143300"/>
          </a:xfrm>
          <a:prstGeom prst="rect">
            <a:avLst/>
          </a:prstGeom>
        </p:spPr>
        <p:txBody>
          <a:bodyPr anchorCtr="0" anchor="ctr" bIns="60925" lIns="121900" spcFirstLastPara="1" rIns="121900" wrap="square" tIns="609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/>
              <a:t>5.</a:t>
            </a:r>
            <a:r>
              <a:rPr lang="es-MX" sz="3600"/>
              <a:t>Análisis</a:t>
            </a:r>
            <a:r>
              <a:rPr lang="es-MX" sz="3600"/>
              <a:t> de mercado</a:t>
            </a:r>
            <a:endParaRPr sz="3600"/>
          </a:p>
        </p:txBody>
      </p:sp>
      <p:pic>
        <p:nvPicPr>
          <p:cNvPr id="367" name="Google Shape;367;g381933da364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1475" y="2598738"/>
            <a:ext cx="4148125" cy="2634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819e4e24ad_1_0"/>
          <p:cNvSpPr txBox="1"/>
          <p:nvPr>
            <p:ph type="title"/>
          </p:nvPr>
        </p:nvSpPr>
        <p:spPr>
          <a:xfrm>
            <a:off x="609600" y="1161150"/>
            <a:ext cx="10972800" cy="1143300"/>
          </a:xfrm>
          <a:prstGeom prst="rect">
            <a:avLst/>
          </a:prstGeom>
        </p:spPr>
        <p:txBody>
          <a:bodyPr anchorCtr="0" anchor="ctr" bIns="60925" lIns="121900" spcFirstLastPara="1" rIns="121900" wrap="square" tIns="609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/>
              <a:t>Comparación con equipo comercial (WEG - </a:t>
            </a:r>
            <a:r>
              <a:rPr b="0" lang="es-MX" sz="3600">
                <a:solidFill>
                  <a:srgbClr val="FFFFFF"/>
                </a:solidFill>
                <a:highlight>
                  <a:srgbClr val="0075B1"/>
                </a:highlight>
                <a:latin typeface="Roboto"/>
                <a:ea typeface="Roboto"/>
                <a:cs typeface="Roboto"/>
                <a:sym typeface="Roboto"/>
              </a:rPr>
              <a:t>MMW03</a:t>
            </a:r>
            <a:r>
              <a:rPr lang="es-MX" sz="3600"/>
              <a:t>)</a:t>
            </a:r>
            <a:endParaRPr sz="3600"/>
          </a:p>
        </p:txBody>
      </p:sp>
      <p:sp>
        <p:nvSpPr>
          <p:cNvPr id="373" name="Google Shape;373;g3819e4e24ad_1_0"/>
          <p:cNvSpPr txBox="1"/>
          <p:nvPr/>
        </p:nvSpPr>
        <p:spPr>
          <a:xfrm>
            <a:off x="176175" y="2304450"/>
            <a:ext cx="5430300" cy="45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Roboto"/>
              <a:buChar char="●"/>
            </a:pPr>
            <a:r>
              <a:rPr b="1" lang="es-MX" sz="13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Medición de energía directa y reversa;</a:t>
            </a:r>
            <a:endParaRPr b="1" sz="13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11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Roboto"/>
              <a:buChar char="●"/>
            </a:pPr>
            <a:r>
              <a:rPr b="1" lang="es-MX" sz="13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Sensor de temperatura interno;</a:t>
            </a:r>
            <a:endParaRPr b="1" sz="13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11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Roboto"/>
              <a:buChar char="●"/>
            </a:pPr>
            <a:r>
              <a:rPr b="1" lang="es-MX" sz="13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Entradas y salidas digitales configurables;</a:t>
            </a:r>
            <a:endParaRPr b="1" sz="13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11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Roboto"/>
              <a:buChar char="●"/>
            </a:pPr>
            <a:r>
              <a:rPr b="1" lang="es-MX" sz="13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Diagrama fasorial; forma de onda y gráfico de barras de armónicos;</a:t>
            </a:r>
            <a:endParaRPr b="1" sz="13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11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Roboto"/>
              <a:buChar char="●"/>
            </a:pPr>
            <a:r>
              <a:rPr b="1" lang="es-MX" sz="13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Calendario y reloj en tiempo real;</a:t>
            </a:r>
            <a:endParaRPr b="1" sz="13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11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Roboto"/>
              <a:buChar char="●"/>
            </a:pPr>
            <a:r>
              <a:rPr b="1" lang="es-MX" sz="13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Contraseña programable de acceso al teclado y parametrización;</a:t>
            </a:r>
            <a:endParaRPr b="1" sz="13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11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Roboto"/>
              <a:buChar char="●"/>
            </a:pPr>
            <a:r>
              <a:rPr b="1" lang="es-MX" sz="13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Comunicación con salida serial aislada RS485, protocolo Modbus-RTU;</a:t>
            </a:r>
            <a:endParaRPr b="1" sz="13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11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Roboto"/>
              <a:buChar char="●"/>
            </a:pPr>
            <a:r>
              <a:rPr b="1" lang="es-MX" sz="13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Identificación en el display de las alarmas accionadas;</a:t>
            </a:r>
            <a:endParaRPr b="1" sz="13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11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Roboto"/>
              <a:buChar char="●"/>
            </a:pPr>
            <a:r>
              <a:rPr b="1" lang="es-MX" sz="13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Terminales de conexión plugables, facilitando el mantenimiento;</a:t>
            </a:r>
            <a:endParaRPr b="1" sz="13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11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Roboto"/>
              <a:buChar char="●"/>
            </a:pPr>
            <a:r>
              <a:rPr b="1" lang="es-MX" sz="13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Lectura de Cos φ e Factor de potencia;</a:t>
            </a:r>
            <a:endParaRPr sz="13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4" name="Google Shape;374;g3819e4e24ad_1_0"/>
          <p:cNvSpPr txBox="1"/>
          <p:nvPr>
            <p:ph type="title"/>
          </p:nvPr>
        </p:nvSpPr>
        <p:spPr>
          <a:xfrm>
            <a:off x="609600" y="159748"/>
            <a:ext cx="10972800" cy="939300"/>
          </a:xfrm>
          <a:prstGeom prst="rect">
            <a:avLst/>
          </a:prstGeom>
        </p:spPr>
        <p:txBody>
          <a:bodyPr anchorCtr="0" anchor="ctr" bIns="60925" lIns="121900" spcFirstLastPara="1" rIns="121900" wrap="square" tIns="609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/>
              <a:t>5.Análisis de mercado</a:t>
            </a:r>
            <a:endParaRPr sz="3600"/>
          </a:p>
        </p:txBody>
      </p:sp>
      <p:sp>
        <p:nvSpPr>
          <p:cNvPr id="375" name="Google Shape;375;g3819e4e24ad_1_0"/>
          <p:cNvSpPr txBox="1"/>
          <p:nvPr/>
        </p:nvSpPr>
        <p:spPr>
          <a:xfrm>
            <a:off x="5087550" y="2366550"/>
            <a:ext cx="5040900" cy="48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Roboto"/>
              <a:buChar char="●"/>
            </a:pPr>
            <a:r>
              <a:rPr b="1" lang="es-MX" sz="13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Memoria para 1.920 registros de parámetros horarios, 240 diarios y 36 mensuales para lectura local o exportación vía red de comunicación;</a:t>
            </a:r>
            <a:endParaRPr b="1" sz="13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11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Roboto"/>
              <a:buChar char="●"/>
            </a:pPr>
            <a:r>
              <a:rPr b="1" lang="es-MX" sz="13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Parametrización simple y fácil, vía teclas frontales o remota utilizando la aplicación de parametrización y convertidores WEG;</a:t>
            </a:r>
            <a:endParaRPr b="1" sz="13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11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Roboto"/>
              <a:buChar char="●"/>
            </a:pPr>
            <a:r>
              <a:rPr b="1" lang="es-MX" sz="13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Identificación de secuencia y falta de fases e indicación de presencia de corriente y tensión;</a:t>
            </a:r>
            <a:endParaRPr b="1" sz="13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11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Roboto"/>
              <a:buChar char="●"/>
            </a:pPr>
            <a:r>
              <a:rPr b="1" lang="es-MX" sz="13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Posibilidad de separar las mediciones de energía en 2 períodos distintos;</a:t>
            </a:r>
            <a:endParaRPr b="1" sz="13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11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Roboto"/>
              <a:buChar char="●"/>
            </a:pPr>
            <a:r>
              <a:rPr b="1" lang="es-MX" sz="13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Conexiones a sistemas monofásicos o trifásicos estrella (3F+N) o trifásicos delta (3F).</a:t>
            </a:r>
            <a:endParaRPr sz="1300">
              <a:solidFill>
                <a:srgbClr val="39393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76" name="Google Shape;376;g3819e4e24ad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28525" y="2366550"/>
            <a:ext cx="1981200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819e4e24ad_1_10"/>
          <p:cNvSpPr txBox="1"/>
          <p:nvPr/>
        </p:nvSpPr>
        <p:spPr>
          <a:xfrm>
            <a:off x="2601850" y="2304450"/>
            <a:ext cx="6701400" cy="30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Equipo Fluke: USD 7000.- </a:t>
            </a:r>
            <a:endParaRPr sz="24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ctr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Equipo WEG: USD 1.500.-</a:t>
            </a:r>
            <a:endParaRPr sz="24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ctr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ctr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ctr">
              <a:lnSpc>
                <a:spcPct val="16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 lang="es-MX" sz="2500" u="sng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BUDGET </a:t>
            </a:r>
            <a:r>
              <a:rPr b="1" lang="es-MX" sz="2500" u="sng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ASIGNADO</a:t>
            </a:r>
            <a:r>
              <a:rPr b="1" lang="es-MX" sz="2500" u="sng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: USD 1.000.-</a:t>
            </a:r>
            <a:endParaRPr b="1" sz="2500" u="sng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2" name="Google Shape;382;g3819e4e24ad_1_10"/>
          <p:cNvSpPr txBox="1"/>
          <p:nvPr>
            <p:ph type="title"/>
          </p:nvPr>
        </p:nvSpPr>
        <p:spPr>
          <a:xfrm>
            <a:off x="609600" y="159738"/>
            <a:ext cx="10972800" cy="1143300"/>
          </a:xfrm>
          <a:prstGeom prst="rect">
            <a:avLst/>
          </a:prstGeom>
        </p:spPr>
        <p:txBody>
          <a:bodyPr anchorCtr="0" anchor="ctr" bIns="60925" lIns="121900" spcFirstLastPara="1" rIns="121900" wrap="square" tIns="609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/>
              <a:t>5.Análisis de mercado</a:t>
            </a:r>
            <a:endParaRPr sz="3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819e4e24ad_1_19"/>
          <p:cNvSpPr txBox="1"/>
          <p:nvPr>
            <p:ph type="title"/>
          </p:nvPr>
        </p:nvSpPr>
        <p:spPr>
          <a:xfrm>
            <a:off x="609600" y="159738"/>
            <a:ext cx="10972800" cy="1143300"/>
          </a:xfrm>
          <a:prstGeom prst="rect">
            <a:avLst/>
          </a:prstGeom>
        </p:spPr>
        <p:txBody>
          <a:bodyPr anchorCtr="0" anchor="ctr" bIns="60925" lIns="121900" spcFirstLastPara="1" rIns="121900" wrap="square" tIns="609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/>
              <a:t>6</a:t>
            </a:r>
            <a:r>
              <a:rPr lang="es-MX" sz="3600"/>
              <a:t>.Alcance</a:t>
            </a:r>
            <a:endParaRPr sz="3600"/>
          </a:p>
        </p:txBody>
      </p:sp>
      <p:pic>
        <p:nvPicPr>
          <p:cNvPr id="388" name="Google Shape;388;g3819e4e24ad_1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425" y="1303050"/>
            <a:ext cx="4478450" cy="535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g3819e4e24ad_1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5900" y="1303050"/>
            <a:ext cx="4631100" cy="1488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819e4e24ad_1_28"/>
          <p:cNvSpPr txBox="1"/>
          <p:nvPr>
            <p:ph type="title"/>
          </p:nvPr>
        </p:nvSpPr>
        <p:spPr>
          <a:xfrm>
            <a:off x="2950350" y="2857350"/>
            <a:ext cx="6291300" cy="1143300"/>
          </a:xfrm>
          <a:prstGeom prst="rect">
            <a:avLst/>
          </a:prstGeom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MX" sz="5040"/>
              <a:t>MUCHAS GRACIAS</a:t>
            </a:r>
            <a:endParaRPr sz="504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lobal Technology Style for Business by Slidesgo">
  <a:themeElements>
    <a:clrScheme name="Simple Light">
      <a:dk1>
        <a:srgbClr val="001638"/>
      </a:dk1>
      <a:lt1>
        <a:srgbClr val="2D42B5"/>
      </a:lt1>
      <a:dk2>
        <a:srgbClr val="76EC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2025-09-07T23:30:25Z</dcterms:created>
  <dc:creator>Alexander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E5E473D046174847AA4E87134A6A0FD3_11</vt:lpwstr>
  </property>
  <property fmtid="{D5CDD505-2E9C-101B-9397-08002B2CF9AE}" pid="3" name="KSOProductBuildVer">
    <vt:lpwstr>1033-12.2.0.21931</vt:lpwstr>
  </property>
</Properties>
</file>